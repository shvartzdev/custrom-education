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9" r:id="rId3"/>
    <p:sldId id="262" r:id="rId4"/>
    <p:sldId id="285" r:id="rId5"/>
    <p:sldId id="286" r:id="rId6"/>
    <p:sldId id="293" r:id="rId7"/>
    <p:sldId id="295" r:id="rId8"/>
    <p:sldId id="294" r:id="rId9"/>
    <p:sldId id="264" r:id="rId10"/>
    <p:sldId id="298" r:id="rId11"/>
    <p:sldId id="299" r:id="rId12"/>
    <p:sldId id="300" r:id="rId13"/>
    <p:sldId id="292" r:id="rId14"/>
    <p:sldId id="263" r:id="rId15"/>
    <p:sldId id="275" r:id="rId16"/>
    <p:sldId id="302" r:id="rId17"/>
    <p:sldId id="276" r:id="rId18"/>
    <p:sldId id="303" r:id="rId19"/>
    <p:sldId id="289" r:id="rId20"/>
    <p:sldId id="296" r:id="rId21"/>
    <p:sldId id="301" r:id="rId22"/>
    <p:sldId id="291" r:id="rId23"/>
    <p:sldId id="290" r:id="rId24"/>
    <p:sldId id="279" r:id="rId25"/>
  </p:sldIdLst>
  <p:sldSz cx="9144000" cy="5143500" type="screen16x9"/>
  <p:notesSz cx="6858000" cy="9144000"/>
  <p:embeddedFontLst>
    <p:embeddedFont>
      <p:font typeface="Lato Light" panose="020B0604020202020204" charset="0"/>
      <p:regular r:id="rId27"/>
      <p:bold r:id="rId28"/>
      <p:italic r:id="rId29"/>
      <p:boldItalic r:id="rId30"/>
    </p:embeddedFont>
    <p:embeddedFont>
      <p:font typeface="Lato Hairline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5ACBC3-08BB-48FC-B61D-2F9871515D69}">
  <a:tblStyle styleId="{3C5ACBC3-08BB-48FC-B61D-2F9871515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72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0740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0422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788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328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241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723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334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618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577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5699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365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4232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59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883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3776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725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691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1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descr="paint_transparent4.png"/>
          <p:cNvPicPr preferRelativeResize="0"/>
          <p:nvPr/>
        </p:nvPicPr>
        <p:blipFill rotWithShape="1">
          <a:blip r:embed="rId3">
            <a:alphaModFix/>
          </a:blip>
          <a:srcRect r="49954"/>
          <a:stretch/>
        </p:blipFill>
        <p:spPr>
          <a:xfrm>
            <a:off x="4567925" y="0"/>
            <a:ext cx="4576075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0" y="-150"/>
            <a:ext cx="5300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3914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685800" y="4135454"/>
            <a:ext cx="3914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×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ctangle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4297650" y="444797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999999"/>
                </a:solidFill>
              </a:defRPr>
            </a:lvl1pPr>
            <a:lvl2pPr lvl="1" algn="ctr" rtl="0">
              <a:buNone/>
              <a:defRPr>
                <a:solidFill>
                  <a:srgbClr val="999999"/>
                </a:solidFill>
              </a:defRPr>
            </a:lvl2pPr>
            <a:lvl3pPr lvl="2" algn="ctr" rtl="0">
              <a:buNone/>
              <a:defRPr>
                <a:solidFill>
                  <a:srgbClr val="999999"/>
                </a:solidFill>
              </a:defRPr>
            </a:lvl3pPr>
            <a:lvl4pPr lvl="3" algn="ctr" rtl="0">
              <a:buNone/>
              <a:defRPr>
                <a:solidFill>
                  <a:srgbClr val="999999"/>
                </a:solidFill>
              </a:defRPr>
            </a:lvl4pPr>
            <a:lvl5pPr lvl="4" algn="ctr" rtl="0">
              <a:buNone/>
              <a:defRPr>
                <a:solidFill>
                  <a:srgbClr val="999999"/>
                </a:solidFill>
              </a:defRPr>
            </a:lvl5pPr>
            <a:lvl6pPr lvl="5" algn="ctr" rtl="0">
              <a:buNone/>
              <a:defRPr>
                <a:solidFill>
                  <a:srgbClr val="999999"/>
                </a:solidFill>
              </a:defRPr>
            </a:lvl6pPr>
            <a:lvl7pPr lvl="6" algn="ctr" rtl="0">
              <a:buNone/>
              <a:defRPr>
                <a:solidFill>
                  <a:srgbClr val="999999"/>
                </a:solidFill>
              </a:defRPr>
            </a:lvl7pPr>
            <a:lvl8pPr lvl="7" algn="ctr" rtl="0">
              <a:buNone/>
              <a:defRPr>
                <a:solidFill>
                  <a:srgbClr val="999999"/>
                </a:solidFill>
              </a:defRPr>
            </a:lvl8pPr>
            <a:lvl9pPr lvl="8" algn="ctr" rtl="0">
              <a:buNone/>
              <a:defRPr>
                <a:solidFill>
                  <a:srgbClr val="99999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half">
  <p:cSld name="BLANK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2" descr="paint_transparent1.png"/>
          <p:cNvPicPr preferRelativeResize="0"/>
          <p:nvPr/>
        </p:nvPicPr>
        <p:blipFill rotWithShape="1">
          <a:blip r:embed="rId3">
            <a:alphaModFix/>
          </a:blip>
          <a:srcRect l="27161"/>
          <a:stretch/>
        </p:blipFill>
        <p:spPr>
          <a:xfrm>
            <a:off x="0" y="0"/>
            <a:ext cx="66605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913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60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2810566" y="2071511"/>
            <a:ext cx="3803923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Brain Design</a:t>
            </a:r>
            <a:endParaRPr dirty="0"/>
          </a:p>
        </p:txBody>
      </p:sp>
      <p:sp>
        <p:nvSpPr>
          <p:cNvPr id="4" name="Google Shape;81;p16"/>
          <p:cNvSpPr txBox="1">
            <a:spLocks/>
          </p:cNvSpPr>
          <p:nvPr/>
        </p:nvSpPr>
        <p:spPr>
          <a:xfrm>
            <a:off x="5022850" y="4229100"/>
            <a:ext cx="3914700" cy="6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r>
              <a:rPr lang="ru-RU" sz="2500" dirty="0" smtClean="0">
                <a:solidFill>
                  <a:schemeClr val="bg1"/>
                </a:solidFill>
              </a:rPr>
              <a:t>Выполнили:</a:t>
            </a:r>
          </a:p>
          <a:p>
            <a:r>
              <a:rPr lang="ru-RU" sz="2500" dirty="0" smtClean="0">
                <a:solidFill>
                  <a:schemeClr val="bg1"/>
                </a:solidFill>
              </a:rPr>
              <a:t>Черезов, Чернова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ctrTitle"/>
          </p:nvPr>
        </p:nvSpPr>
        <p:spPr>
          <a:xfrm>
            <a:off x="2762250" y="1900850"/>
            <a:ext cx="3914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155CC"/>
                </a:solidFill>
              </a:rPr>
              <a:t>1.</a:t>
            </a:r>
            <a:endParaRPr dirty="0">
              <a:solidFill>
                <a:srgbClr val="1155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Идея</a:t>
            </a:r>
            <a:endParaRPr dirty="0"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4294967295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24850" y="2345350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 smtClean="0">
                <a:solidFill>
                  <a:srgbClr val="FFFFFF"/>
                </a:solidFill>
              </a:rPr>
              <a:t>Концепция</a:t>
            </a:r>
            <a:endParaRPr sz="6000" dirty="0">
              <a:solidFill>
                <a:srgbClr val="FFFFFF"/>
              </a:solidFill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4294967295"/>
          </p:nvPr>
        </p:nvSpPr>
        <p:spPr>
          <a:xfrm>
            <a:off x="2524850" y="3411555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 smtClean="0">
                <a:solidFill>
                  <a:srgbClr val="FFFFFF"/>
                </a:solidFill>
              </a:rPr>
              <a:t>На рынке множество приложений, предоставляющих услуги онлайн-образования. Почему бы не создать такое, где учиться можно удобнее и с большим удовольствием?</a:t>
            </a:r>
            <a:endParaRPr sz="1400" dirty="0">
              <a:solidFill>
                <a:srgbClr val="FFFFFF"/>
              </a:solidFill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4694363" y="1094111"/>
            <a:ext cx="343890" cy="334173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106" name="Google Shape;106;p19"/>
          <p:cNvSpPr/>
          <p:nvPr/>
        </p:nvSpPr>
        <p:spPr>
          <a:xfrm rot="2487341">
            <a:off x="4401633" y="1817731"/>
            <a:ext cx="244676" cy="237762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9" name="Google Shape;274;p39"/>
          <p:cNvSpPr/>
          <p:nvPr/>
        </p:nvSpPr>
        <p:spPr>
          <a:xfrm rot="966188">
            <a:off x="3588392" y="614036"/>
            <a:ext cx="687376" cy="834889"/>
          </a:xfrm>
          <a:custGeom>
            <a:avLst/>
            <a:gdLst/>
            <a:ahLst/>
            <a:cxnLst/>
            <a:rect l="l" t="t" r="r" b="b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0" name="Google Shape;296;p39"/>
          <p:cNvSpPr/>
          <p:nvPr/>
        </p:nvSpPr>
        <p:spPr>
          <a:xfrm rot="15017410">
            <a:off x="3506773" y="1999914"/>
            <a:ext cx="570641" cy="519747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13;p39"/>
          <p:cNvSpPr/>
          <p:nvPr/>
        </p:nvSpPr>
        <p:spPr>
          <a:xfrm rot="1447813">
            <a:off x="5197483" y="1107031"/>
            <a:ext cx="788241" cy="947467"/>
          </a:xfrm>
          <a:custGeom>
            <a:avLst/>
            <a:gdLst/>
            <a:ahLst/>
            <a:cxnLst/>
            <a:rect l="l" t="t" r="r" b="b"/>
            <a:pathLst>
              <a:path w="15817" h="18981" extrusionOk="0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22823" y="324572"/>
            <a:ext cx="6101729" cy="555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Прецеденты пользователя «студент»</a:t>
            </a:r>
            <a:endParaRPr sz="2800" dirty="0"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1" name="Google Shape;113;p20"/>
          <p:cNvSpPr txBox="1">
            <a:spLocks/>
          </p:cNvSpPr>
          <p:nvPr/>
        </p:nvSpPr>
        <p:spPr>
          <a:xfrm>
            <a:off x="467274" y="2494410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pPr marL="685800" indent="-685800"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ru-RU" sz="2000" dirty="0" smtClean="0"/>
              <a:t>Просмотр каталога курсов</a:t>
            </a:r>
          </a:p>
          <a:p>
            <a:pPr marL="685800" indent="-685800"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ru-RU" sz="2000" dirty="0" smtClean="0"/>
              <a:t>Общение в чате</a:t>
            </a:r>
          </a:p>
          <a:p>
            <a:pPr marL="685800" indent="-685800"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ru-RU" sz="2000" dirty="0" smtClean="0"/>
              <a:t>Просмотр задач со всех курсов</a:t>
            </a:r>
          </a:p>
          <a:p>
            <a:pPr marL="685800" indent="-685800"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ru-RU" sz="2000" dirty="0" smtClean="0"/>
              <a:t>Просмотр материалов в режиме </a:t>
            </a:r>
            <a:r>
              <a:rPr lang="ru-RU" sz="2000" dirty="0" err="1" smtClean="0"/>
              <a:t>оффлайн</a:t>
            </a:r>
            <a:endParaRPr lang="ru-RU" sz="2000" dirty="0" smtClean="0"/>
          </a:p>
          <a:p>
            <a:pPr marL="685800" indent="-685800"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ru-RU" sz="2000" dirty="0" smtClean="0"/>
              <a:t>Просмотр статистики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264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" name="Google Shape;113;p20"/>
          <p:cNvSpPr txBox="1">
            <a:spLocks noGrp="1"/>
          </p:cNvSpPr>
          <p:nvPr>
            <p:ph type="title"/>
          </p:nvPr>
        </p:nvSpPr>
        <p:spPr>
          <a:xfrm>
            <a:off x="422823" y="324572"/>
            <a:ext cx="6101729" cy="555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Прецеденты пользователя «гость»</a:t>
            </a:r>
            <a:endParaRPr sz="2800" dirty="0"/>
          </a:p>
        </p:txBody>
      </p:sp>
      <p:sp>
        <p:nvSpPr>
          <p:cNvPr id="9" name="Google Shape;113;p20"/>
          <p:cNvSpPr txBox="1">
            <a:spLocks/>
          </p:cNvSpPr>
          <p:nvPr/>
        </p:nvSpPr>
        <p:spPr>
          <a:xfrm>
            <a:off x="467274" y="1776860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  <a:buSzPct val="100000"/>
            </a:pPr>
            <a:r>
              <a:rPr lang="ru-RU" sz="2000" dirty="0" smtClean="0">
                <a:solidFill>
                  <a:schemeClr val="tx1"/>
                </a:solidFill>
              </a:rPr>
              <a:t>Незарегистрированный пользователь может зарегистрироваться через </a:t>
            </a:r>
            <a:r>
              <a:rPr lang="en-US" sz="2000" dirty="0" smtClean="0">
                <a:solidFill>
                  <a:schemeClr val="tx1"/>
                </a:solidFill>
              </a:rPr>
              <a:t>email </a:t>
            </a:r>
            <a:r>
              <a:rPr lang="ru-RU" sz="2000" dirty="0" smtClean="0">
                <a:solidFill>
                  <a:schemeClr val="tx1"/>
                </a:solidFill>
              </a:rPr>
              <a:t>или </a:t>
            </a:r>
            <a:r>
              <a:rPr lang="en-US" sz="2000" dirty="0" smtClean="0">
                <a:solidFill>
                  <a:schemeClr val="tx1"/>
                </a:solidFill>
              </a:rPr>
              <a:t>google account</a:t>
            </a:r>
            <a:r>
              <a:rPr lang="ru-RU" sz="2000" dirty="0" smtClean="0">
                <a:solidFill>
                  <a:schemeClr val="tx1"/>
                </a:solidFill>
              </a:rPr>
              <a:t>. Как?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2052" name="Picture 4" descr="ÐÐ°ÑÑÐ¸Ð½ÐºÐ¸ Ð¿Ð¾ Ð·Ð°Ð¿ÑÐ¾ÑÑ firebase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74" y="2940846"/>
            <a:ext cx="2771226" cy="77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5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641350" y="480847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Сравнение аналогов</a:t>
            </a:r>
            <a:endParaRPr dirty="0"/>
          </a:p>
        </p:txBody>
      </p:sp>
      <p:graphicFrame>
        <p:nvGraphicFramePr>
          <p:cNvPr id="152" name="Google Shape;152;p25"/>
          <p:cNvGraphicFramePr/>
          <p:nvPr>
            <p:extLst>
              <p:ext uri="{D42A27DB-BD31-4B8C-83A1-F6EECF244321}">
                <p14:modId xmlns:p14="http://schemas.microsoft.com/office/powerpoint/2010/main" val="3561698396"/>
              </p:ext>
            </p:extLst>
          </p:nvPr>
        </p:nvGraphicFramePr>
        <p:xfrm>
          <a:off x="641350" y="1598072"/>
          <a:ext cx="4862100" cy="2232395"/>
        </p:xfrm>
        <a:graphic>
          <a:graphicData uri="http://schemas.openxmlformats.org/drawingml/2006/table">
            <a:tbl>
              <a:tblPr>
                <a:noFill/>
                <a:tableStyleId>{3C5ACBC3-08BB-48FC-B61D-2F9871515D69}</a:tableStyleId>
              </a:tblPr>
              <a:tblGrid>
                <a:gridCol w="121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Кроссплатформенность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Оплата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Начинаем</a:t>
                      </a:r>
                      <a:r>
                        <a:rPr lang="ru-RU" sz="1100" baseline="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 в любое время?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Coursera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Часть курсов бесплатна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Udacity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2/3</a:t>
                      </a:r>
                      <a:r>
                        <a:rPr lang="ru-RU" sz="1100" baseline="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 курсов платные. </a:t>
                      </a:r>
                      <a:r>
                        <a:rPr lang="en-US" sz="1100" baseline="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~</a:t>
                      </a:r>
                      <a:r>
                        <a:rPr lang="ru-RU" sz="1100" baseline="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70.000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Openedu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Все</a:t>
                      </a:r>
                      <a:r>
                        <a:rPr lang="ru-RU" sz="1100" baseline="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 курсы бесплатны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" name="Google Shape;153;p2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Google Shape;339;p39"/>
          <p:cNvSpPr/>
          <p:nvPr/>
        </p:nvSpPr>
        <p:spPr>
          <a:xfrm>
            <a:off x="2265601" y="2212574"/>
            <a:ext cx="363230" cy="363755"/>
          </a:xfrm>
          <a:custGeom>
            <a:avLst/>
            <a:gdLst/>
            <a:ahLst/>
            <a:cxnLst/>
            <a:rect l="l" t="t" r="r" b="b"/>
            <a:pathLst>
              <a:path w="16620" h="16644" extrusionOk="0">
                <a:moveTo>
                  <a:pt x="11437" y="5767"/>
                </a:moveTo>
                <a:lnTo>
                  <a:pt x="11753" y="6132"/>
                </a:lnTo>
                <a:lnTo>
                  <a:pt x="12094" y="6522"/>
                </a:lnTo>
                <a:lnTo>
                  <a:pt x="11510" y="7179"/>
                </a:lnTo>
                <a:lnTo>
                  <a:pt x="11291" y="7008"/>
                </a:lnTo>
                <a:lnTo>
                  <a:pt x="11096" y="6862"/>
                </a:lnTo>
                <a:lnTo>
                  <a:pt x="10877" y="6668"/>
                </a:lnTo>
                <a:lnTo>
                  <a:pt x="10756" y="6570"/>
                </a:lnTo>
                <a:lnTo>
                  <a:pt x="10610" y="6497"/>
                </a:lnTo>
                <a:lnTo>
                  <a:pt x="10926" y="6230"/>
                </a:lnTo>
                <a:lnTo>
                  <a:pt x="10975" y="6303"/>
                </a:lnTo>
                <a:lnTo>
                  <a:pt x="11048" y="6400"/>
                </a:lnTo>
                <a:lnTo>
                  <a:pt x="11194" y="6546"/>
                </a:lnTo>
                <a:lnTo>
                  <a:pt x="11388" y="6789"/>
                </a:lnTo>
                <a:lnTo>
                  <a:pt x="11486" y="6887"/>
                </a:lnTo>
                <a:lnTo>
                  <a:pt x="11632" y="6960"/>
                </a:lnTo>
                <a:lnTo>
                  <a:pt x="11680" y="6960"/>
                </a:lnTo>
                <a:lnTo>
                  <a:pt x="11705" y="6911"/>
                </a:lnTo>
                <a:lnTo>
                  <a:pt x="11680" y="6765"/>
                </a:lnTo>
                <a:lnTo>
                  <a:pt x="11632" y="6619"/>
                </a:lnTo>
                <a:lnTo>
                  <a:pt x="11534" y="6522"/>
                </a:lnTo>
                <a:lnTo>
                  <a:pt x="11437" y="6400"/>
                </a:lnTo>
                <a:lnTo>
                  <a:pt x="11291" y="6205"/>
                </a:lnTo>
                <a:lnTo>
                  <a:pt x="11218" y="6108"/>
                </a:lnTo>
                <a:lnTo>
                  <a:pt x="11121" y="6059"/>
                </a:lnTo>
                <a:lnTo>
                  <a:pt x="11437" y="5767"/>
                </a:lnTo>
                <a:close/>
                <a:moveTo>
                  <a:pt x="10464" y="6643"/>
                </a:moveTo>
                <a:lnTo>
                  <a:pt x="10537" y="6765"/>
                </a:lnTo>
                <a:lnTo>
                  <a:pt x="10634" y="6887"/>
                </a:lnTo>
                <a:lnTo>
                  <a:pt x="10853" y="7106"/>
                </a:lnTo>
                <a:lnTo>
                  <a:pt x="11048" y="7300"/>
                </a:lnTo>
                <a:lnTo>
                  <a:pt x="11242" y="7495"/>
                </a:lnTo>
                <a:lnTo>
                  <a:pt x="11121" y="7641"/>
                </a:lnTo>
                <a:lnTo>
                  <a:pt x="10902" y="7446"/>
                </a:lnTo>
                <a:lnTo>
                  <a:pt x="10658" y="7276"/>
                </a:lnTo>
                <a:lnTo>
                  <a:pt x="10440" y="7057"/>
                </a:lnTo>
                <a:lnTo>
                  <a:pt x="10318" y="6960"/>
                </a:lnTo>
                <a:lnTo>
                  <a:pt x="10172" y="6887"/>
                </a:lnTo>
                <a:lnTo>
                  <a:pt x="10464" y="6643"/>
                </a:lnTo>
                <a:close/>
                <a:moveTo>
                  <a:pt x="10075" y="6984"/>
                </a:moveTo>
                <a:lnTo>
                  <a:pt x="10075" y="7057"/>
                </a:lnTo>
                <a:lnTo>
                  <a:pt x="10123" y="7130"/>
                </a:lnTo>
                <a:lnTo>
                  <a:pt x="10196" y="7276"/>
                </a:lnTo>
                <a:lnTo>
                  <a:pt x="10318" y="7398"/>
                </a:lnTo>
                <a:lnTo>
                  <a:pt x="10415" y="7519"/>
                </a:lnTo>
                <a:lnTo>
                  <a:pt x="10658" y="7714"/>
                </a:lnTo>
                <a:lnTo>
                  <a:pt x="10780" y="7811"/>
                </a:lnTo>
                <a:lnTo>
                  <a:pt x="10926" y="7909"/>
                </a:lnTo>
                <a:lnTo>
                  <a:pt x="10683" y="8176"/>
                </a:lnTo>
                <a:lnTo>
                  <a:pt x="10585" y="8055"/>
                </a:lnTo>
                <a:lnTo>
                  <a:pt x="10488" y="7957"/>
                </a:lnTo>
                <a:lnTo>
                  <a:pt x="10269" y="7787"/>
                </a:lnTo>
                <a:lnTo>
                  <a:pt x="10002" y="7519"/>
                </a:lnTo>
                <a:lnTo>
                  <a:pt x="9734" y="7276"/>
                </a:lnTo>
                <a:lnTo>
                  <a:pt x="10075" y="6984"/>
                </a:lnTo>
                <a:close/>
                <a:moveTo>
                  <a:pt x="9515" y="7495"/>
                </a:moveTo>
                <a:lnTo>
                  <a:pt x="9612" y="7617"/>
                </a:lnTo>
                <a:lnTo>
                  <a:pt x="9710" y="7738"/>
                </a:lnTo>
                <a:lnTo>
                  <a:pt x="9953" y="7957"/>
                </a:lnTo>
                <a:lnTo>
                  <a:pt x="10172" y="8201"/>
                </a:lnTo>
                <a:lnTo>
                  <a:pt x="10318" y="8347"/>
                </a:lnTo>
                <a:lnTo>
                  <a:pt x="10464" y="8444"/>
                </a:lnTo>
                <a:lnTo>
                  <a:pt x="10172" y="8809"/>
                </a:lnTo>
                <a:lnTo>
                  <a:pt x="9904" y="8468"/>
                </a:lnTo>
                <a:lnTo>
                  <a:pt x="9661" y="8176"/>
                </a:lnTo>
                <a:lnTo>
                  <a:pt x="9466" y="7933"/>
                </a:lnTo>
                <a:lnTo>
                  <a:pt x="9369" y="7811"/>
                </a:lnTo>
                <a:lnTo>
                  <a:pt x="9272" y="7714"/>
                </a:lnTo>
                <a:lnTo>
                  <a:pt x="9515" y="7495"/>
                </a:lnTo>
                <a:close/>
                <a:moveTo>
                  <a:pt x="9004" y="7933"/>
                </a:moveTo>
                <a:lnTo>
                  <a:pt x="9126" y="8128"/>
                </a:lnTo>
                <a:lnTo>
                  <a:pt x="9272" y="8298"/>
                </a:lnTo>
                <a:lnTo>
                  <a:pt x="9564" y="8663"/>
                </a:lnTo>
                <a:lnTo>
                  <a:pt x="9880" y="9028"/>
                </a:lnTo>
                <a:lnTo>
                  <a:pt x="9904" y="9077"/>
                </a:lnTo>
                <a:lnTo>
                  <a:pt x="9856" y="9125"/>
                </a:lnTo>
                <a:lnTo>
                  <a:pt x="9734" y="9271"/>
                </a:lnTo>
                <a:lnTo>
                  <a:pt x="9710" y="9198"/>
                </a:lnTo>
                <a:lnTo>
                  <a:pt x="9442" y="8858"/>
                </a:lnTo>
                <a:lnTo>
                  <a:pt x="9126" y="8517"/>
                </a:lnTo>
                <a:lnTo>
                  <a:pt x="8955" y="8322"/>
                </a:lnTo>
                <a:lnTo>
                  <a:pt x="8785" y="8152"/>
                </a:lnTo>
                <a:lnTo>
                  <a:pt x="9004" y="7933"/>
                </a:lnTo>
                <a:close/>
                <a:moveTo>
                  <a:pt x="8517" y="8371"/>
                </a:moveTo>
                <a:lnTo>
                  <a:pt x="8663" y="8590"/>
                </a:lnTo>
                <a:lnTo>
                  <a:pt x="8809" y="8785"/>
                </a:lnTo>
                <a:lnTo>
                  <a:pt x="9101" y="9150"/>
                </a:lnTo>
                <a:lnTo>
                  <a:pt x="9272" y="9320"/>
                </a:lnTo>
                <a:lnTo>
                  <a:pt x="9442" y="9466"/>
                </a:lnTo>
                <a:lnTo>
                  <a:pt x="9515" y="9490"/>
                </a:lnTo>
                <a:lnTo>
                  <a:pt x="9199" y="9806"/>
                </a:lnTo>
                <a:lnTo>
                  <a:pt x="9174" y="9709"/>
                </a:lnTo>
                <a:lnTo>
                  <a:pt x="9150" y="9612"/>
                </a:lnTo>
                <a:lnTo>
                  <a:pt x="9053" y="9442"/>
                </a:lnTo>
                <a:lnTo>
                  <a:pt x="8931" y="9271"/>
                </a:lnTo>
                <a:lnTo>
                  <a:pt x="8785" y="9125"/>
                </a:lnTo>
                <a:lnTo>
                  <a:pt x="8590" y="8833"/>
                </a:lnTo>
                <a:lnTo>
                  <a:pt x="8444" y="8663"/>
                </a:lnTo>
                <a:lnTo>
                  <a:pt x="8323" y="8541"/>
                </a:lnTo>
                <a:lnTo>
                  <a:pt x="8517" y="8371"/>
                </a:lnTo>
                <a:close/>
                <a:moveTo>
                  <a:pt x="5476" y="7787"/>
                </a:moveTo>
                <a:lnTo>
                  <a:pt x="5622" y="7982"/>
                </a:lnTo>
                <a:lnTo>
                  <a:pt x="5816" y="8176"/>
                </a:lnTo>
                <a:lnTo>
                  <a:pt x="6133" y="8444"/>
                </a:lnTo>
                <a:lnTo>
                  <a:pt x="6449" y="8736"/>
                </a:lnTo>
                <a:lnTo>
                  <a:pt x="6790" y="8979"/>
                </a:lnTo>
                <a:lnTo>
                  <a:pt x="6984" y="9125"/>
                </a:lnTo>
                <a:lnTo>
                  <a:pt x="7057" y="9174"/>
                </a:lnTo>
                <a:lnTo>
                  <a:pt x="7155" y="9198"/>
                </a:lnTo>
                <a:lnTo>
                  <a:pt x="7155" y="9247"/>
                </a:lnTo>
                <a:lnTo>
                  <a:pt x="7179" y="9296"/>
                </a:lnTo>
                <a:lnTo>
                  <a:pt x="7301" y="9296"/>
                </a:lnTo>
                <a:lnTo>
                  <a:pt x="7398" y="9271"/>
                </a:lnTo>
                <a:lnTo>
                  <a:pt x="7568" y="9198"/>
                </a:lnTo>
                <a:lnTo>
                  <a:pt x="7617" y="9344"/>
                </a:lnTo>
                <a:lnTo>
                  <a:pt x="7690" y="9490"/>
                </a:lnTo>
                <a:lnTo>
                  <a:pt x="7885" y="9758"/>
                </a:lnTo>
                <a:lnTo>
                  <a:pt x="8006" y="9952"/>
                </a:lnTo>
                <a:lnTo>
                  <a:pt x="8177" y="10098"/>
                </a:lnTo>
                <a:lnTo>
                  <a:pt x="8250" y="10171"/>
                </a:lnTo>
                <a:lnTo>
                  <a:pt x="8347" y="10220"/>
                </a:lnTo>
                <a:lnTo>
                  <a:pt x="8469" y="10269"/>
                </a:lnTo>
                <a:lnTo>
                  <a:pt x="8566" y="10293"/>
                </a:lnTo>
                <a:lnTo>
                  <a:pt x="8615" y="10269"/>
                </a:lnTo>
                <a:lnTo>
                  <a:pt x="8615" y="10244"/>
                </a:lnTo>
                <a:lnTo>
                  <a:pt x="8542" y="10074"/>
                </a:lnTo>
                <a:lnTo>
                  <a:pt x="8420" y="9904"/>
                </a:lnTo>
                <a:lnTo>
                  <a:pt x="8177" y="9636"/>
                </a:lnTo>
                <a:lnTo>
                  <a:pt x="8055" y="9490"/>
                </a:lnTo>
                <a:lnTo>
                  <a:pt x="7982" y="9344"/>
                </a:lnTo>
                <a:lnTo>
                  <a:pt x="7885" y="9174"/>
                </a:lnTo>
                <a:lnTo>
                  <a:pt x="7763" y="9052"/>
                </a:lnTo>
                <a:lnTo>
                  <a:pt x="8079" y="8760"/>
                </a:lnTo>
                <a:lnTo>
                  <a:pt x="8128" y="8906"/>
                </a:lnTo>
                <a:lnTo>
                  <a:pt x="8225" y="9028"/>
                </a:lnTo>
                <a:lnTo>
                  <a:pt x="8420" y="9271"/>
                </a:lnTo>
                <a:lnTo>
                  <a:pt x="8542" y="9466"/>
                </a:lnTo>
                <a:lnTo>
                  <a:pt x="8688" y="9661"/>
                </a:lnTo>
                <a:lnTo>
                  <a:pt x="8785" y="9758"/>
                </a:lnTo>
                <a:lnTo>
                  <a:pt x="8882" y="9831"/>
                </a:lnTo>
                <a:lnTo>
                  <a:pt x="8980" y="9879"/>
                </a:lnTo>
                <a:lnTo>
                  <a:pt x="9077" y="9928"/>
                </a:lnTo>
                <a:lnTo>
                  <a:pt x="8615" y="10366"/>
                </a:lnTo>
                <a:lnTo>
                  <a:pt x="8250" y="10682"/>
                </a:lnTo>
                <a:lnTo>
                  <a:pt x="8225" y="10634"/>
                </a:lnTo>
                <a:lnTo>
                  <a:pt x="8201" y="10585"/>
                </a:lnTo>
                <a:lnTo>
                  <a:pt x="8031" y="10366"/>
                </a:lnTo>
                <a:lnTo>
                  <a:pt x="7812" y="10171"/>
                </a:lnTo>
                <a:lnTo>
                  <a:pt x="7374" y="9782"/>
                </a:lnTo>
                <a:lnTo>
                  <a:pt x="6960" y="9393"/>
                </a:lnTo>
                <a:lnTo>
                  <a:pt x="6546" y="9004"/>
                </a:lnTo>
                <a:lnTo>
                  <a:pt x="5670" y="8225"/>
                </a:lnTo>
                <a:lnTo>
                  <a:pt x="5500" y="8079"/>
                </a:lnTo>
                <a:lnTo>
                  <a:pt x="5330" y="7933"/>
                </a:lnTo>
                <a:lnTo>
                  <a:pt x="5476" y="7787"/>
                </a:lnTo>
                <a:close/>
                <a:moveTo>
                  <a:pt x="5062" y="8152"/>
                </a:moveTo>
                <a:lnTo>
                  <a:pt x="5232" y="8322"/>
                </a:lnTo>
                <a:lnTo>
                  <a:pt x="5403" y="8493"/>
                </a:lnTo>
                <a:lnTo>
                  <a:pt x="6279" y="9271"/>
                </a:lnTo>
                <a:lnTo>
                  <a:pt x="6692" y="9636"/>
                </a:lnTo>
                <a:lnTo>
                  <a:pt x="7155" y="10025"/>
                </a:lnTo>
                <a:lnTo>
                  <a:pt x="7374" y="10220"/>
                </a:lnTo>
                <a:lnTo>
                  <a:pt x="7593" y="10415"/>
                </a:lnTo>
                <a:lnTo>
                  <a:pt x="7812" y="10609"/>
                </a:lnTo>
                <a:lnTo>
                  <a:pt x="8055" y="10780"/>
                </a:lnTo>
                <a:lnTo>
                  <a:pt x="8104" y="10804"/>
                </a:lnTo>
                <a:lnTo>
                  <a:pt x="7982" y="10901"/>
                </a:lnTo>
                <a:lnTo>
                  <a:pt x="6254" y="9466"/>
                </a:lnTo>
                <a:lnTo>
                  <a:pt x="5597" y="8882"/>
                </a:lnTo>
                <a:lnTo>
                  <a:pt x="5232" y="8590"/>
                </a:lnTo>
                <a:lnTo>
                  <a:pt x="5062" y="8468"/>
                </a:lnTo>
                <a:lnTo>
                  <a:pt x="4867" y="8347"/>
                </a:lnTo>
                <a:lnTo>
                  <a:pt x="5038" y="8176"/>
                </a:lnTo>
                <a:lnTo>
                  <a:pt x="5062" y="8152"/>
                </a:lnTo>
                <a:close/>
                <a:moveTo>
                  <a:pt x="4746" y="8493"/>
                </a:moveTo>
                <a:lnTo>
                  <a:pt x="4867" y="8663"/>
                </a:lnTo>
                <a:lnTo>
                  <a:pt x="5038" y="8809"/>
                </a:lnTo>
                <a:lnTo>
                  <a:pt x="5378" y="9101"/>
                </a:lnTo>
                <a:lnTo>
                  <a:pt x="6060" y="9636"/>
                </a:lnTo>
                <a:lnTo>
                  <a:pt x="7787" y="11072"/>
                </a:lnTo>
                <a:lnTo>
                  <a:pt x="7617" y="11218"/>
                </a:lnTo>
                <a:lnTo>
                  <a:pt x="7398" y="11047"/>
                </a:lnTo>
                <a:lnTo>
                  <a:pt x="7155" y="10877"/>
                </a:lnTo>
                <a:lnTo>
                  <a:pt x="6911" y="10707"/>
                </a:lnTo>
                <a:lnTo>
                  <a:pt x="6668" y="10536"/>
                </a:lnTo>
                <a:lnTo>
                  <a:pt x="6181" y="10123"/>
                </a:lnTo>
                <a:lnTo>
                  <a:pt x="5719" y="9709"/>
                </a:lnTo>
                <a:lnTo>
                  <a:pt x="5281" y="9247"/>
                </a:lnTo>
                <a:lnTo>
                  <a:pt x="4867" y="8760"/>
                </a:lnTo>
                <a:lnTo>
                  <a:pt x="4770" y="8663"/>
                </a:lnTo>
                <a:lnTo>
                  <a:pt x="4673" y="8566"/>
                </a:lnTo>
                <a:lnTo>
                  <a:pt x="4746" y="8493"/>
                </a:lnTo>
                <a:close/>
                <a:moveTo>
                  <a:pt x="11437" y="5256"/>
                </a:moveTo>
                <a:lnTo>
                  <a:pt x="11364" y="5281"/>
                </a:lnTo>
                <a:lnTo>
                  <a:pt x="11315" y="5305"/>
                </a:lnTo>
                <a:lnTo>
                  <a:pt x="11218" y="5354"/>
                </a:lnTo>
                <a:lnTo>
                  <a:pt x="10075" y="6376"/>
                </a:lnTo>
                <a:lnTo>
                  <a:pt x="8931" y="7422"/>
                </a:lnTo>
                <a:lnTo>
                  <a:pt x="8347" y="7933"/>
                </a:lnTo>
                <a:lnTo>
                  <a:pt x="7787" y="8468"/>
                </a:lnTo>
                <a:lnTo>
                  <a:pt x="7544" y="8663"/>
                </a:lnTo>
                <a:lnTo>
                  <a:pt x="7325" y="8882"/>
                </a:lnTo>
                <a:lnTo>
                  <a:pt x="7228" y="8785"/>
                </a:lnTo>
                <a:lnTo>
                  <a:pt x="7106" y="8712"/>
                </a:lnTo>
                <a:lnTo>
                  <a:pt x="6717" y="8395"/>
                </a:lnTo>
                <a:lnTo>
                  <a:pt x="6327" y="8079"/>
                </a:lnTo>
                <a:lnTo>
                  <a:pt x="6011" y="7763"/>
                </a:lnTo>
                <a:lnTo>
                  <a:pt x="5768" y="7568"/>
                </a:lnTo>
                <a:lnTo>
                  <a:pt x="5670" y="7495"/>
                </a:lnTo>
                <a:lnTo>
                  <a:pt x="5573" y="7446"/>
                </a:lnTo>
                <a:lnTo>
                  <a:pt x="5524" y="7422"/>
                </a:lnTo>
                <a:lnTo>
                  <a:pt x="5427" y="7373"/>
                </a:lnTo>
                <a:lnTo>
                  <a:pt x="5330" y="7373"/>
                </a:lnTo>
                <a:lnTo>
                  <a:pt x="5232" y="7398"/>
                </a:lnTo>
                <a:lnTo>
                  <a:pt x="5135" y="7446"/>
                </a:lnTo>
                <a:lnTo>
                  <a:pt x="4940" y="7568"/>
                </a:lnTo>
                <a:lnTo>
                  <a:pt x="4794" y="7690"/>
                </a:lnTo>
                <a:lnTo>
                  <a:pt x="4575" y="7860"/>
                </a:lnTo>
                <a:lnTo>
                  <a:pt x="4381" y="8030"/>
                </a:lnTo>
                <a:lnTo>
                  <a:pt x="4283" y="8152"/>
                </a:lnTo>
                <a:lnTo>
                  <a:pt x="4210" y="8249"/>
                </a:lnTo>
                <a:lnTo>
                  <a:pt x="4162" y="8371"/>
                </a:lnTo>
                <a:lnTo>
                  <a:pt x="4137" y="8493"/>
                </a:lnTo>
                <a:lnTo>
                  <a:pt x="4162" y="8566"/>
                </a:lnTo>
                <a:lnTo>
                  <a:pt x="4210" y="8639"/>
                </a:lnTo>
                <a:lnTo>
                  <a:pt x="4259" y="8687"/>
                </a:lnTo>
                <a:lnTo>
                  <a:pt x="4332" y="8712"/>
                </a:lnTo>
                <a:lnTo>
                  <a:pt x="4356" y="8809"/>
                </a:lnTo>
                <a:lnTo>
                  <a:pt x="4405" y="8906"/>
                </a:lnTo>
                <a:lnTo>
                  <a:pt x="4478" y="9028"/>
                </a:lnTo>
                <a:lnTo>
                  <a:pt x="4551" y="9150"/>
                </a:lnTo>
                <a:lnTo>
                  <a:pt x="4721" y="9344"/>
                </a:lnTo>
                <a:lnTo>
                  <a:pt x="4940" y="9588"/>
                </a:lnTo>
                <a:lnTo>
                  <a:pt x="5135" y="9831"/>
                </a:lnTo>
                <a:lnTo>
                  <a:pt x="5597" y="10269"/>
                </a:lnTo>
                <a:lnTo>
                  <a:pt x="5987" y="10634"/>
                </a:lnTo>
                <a:lnTo>
                  <a:pt x="6425" y="10999"/>
                </a:lnTo>
                <a:lnTo>
                  <a:pt x="6668" y="11169"/>
                </a:lnTo>
                <a:lnTo>
                  <a:pt x="6887" y="11315"/>
                </a:lnTo>
                <a:lnTo>
                  <a:pt x="7130" y="11461"/>
                </a:lnTo>
                <a:lnTo>
                  <a:pt x="7374" y="11583"/>
                </a:lnTo>
                <a:lnTo>
                  <a:pt x="7349" y="11607"/>
                </a:lnTo>
                <a:lnTo>
                  <a:pt x="7349" y="11680"/>
                </a:lnTo>
                <a:lnTo>
                  <a:pt x="7374" y="11753"/>
                </a:lnTo>
                <a:lnTo>
                  <a:pt x="7422" y="11777"/>
                </a:lnTo>
                <a:lnTo>
                  <a:pt x="7495" y="11777"/>
                </a:lnTo>
                <a:lnTo>
                  <a:pt x="7666" y="11729"/>
                </a:lnTo>
                <a:lnTo>
                  <a:pt x="7836" y="11631"/>
                </a:lnTo>
                <a:lnTo>
                  <a:pt x="7982" y="11534"/>
                </a:lnTo>
                <a:lnTo>
                  <a:pt x="8128" y="11412"/>
                </a:lnTo>
                <a:lnTo>
                  <a:pt x="8420" y="11145"/>
                </a:lnTo>
                <a:lnTo>
                  <a:pt x="8663" y="10901"/>
                </a:lnTo>
                <a:lnTo>
                  <a:pt x="9369" y="10244"/>
                </a:lnTo>
                <a:lnTo>
                  <a:pt x="10050" y="9563"/>
                </a:lnTo>
                <a:lnTo>
                  <a:pt x="10658" y="8955"/>
                </a:lnTo>
                <a:lnTo>
                  <a:pt x="11291" y="8298"/>
                </a:lnTo>
                <a:lnTo>
                  <a:pt x="11875" y="7617"/>
                </a:lnTo>
                <a:lnTo>
                  <a:pt x="12143" y="7276"/>
                </a:lnTo>
                <a:lnTo>
                  <a:pt x="12410" y="6911"/>
                </a:lnTo>
                <a:lnTo>
                  <a:pt x="12483" y="6960"/>
                </a:lnTo>
                <a:lnTo>
                  <a:pt x="12556" y="6984"/>
                </a:lnTo>
                <a:lnTo>
                  <a:pt x="12654" y="6984"/>
                </a:lnTo>
                <a:lnTo>
                  <a:pt x="12727" y="6935"/>
                </a:lnTo>
                <a:lnTo>
                  <a:pt x="12775" y="6887"/>
                </a:lnTo>
                <a:lnTo>
                  <a:pt x="12824" y="6814"/>
                </a:lnTo>
                <a:lnTo>
                  <a:pt x="12824" y="6741"/>
                </a:lnTo>
                <a:lnTo>
                  <a:pt x="12775" y="6643"/>
                </a:lnTo>
                <a:lnTo>
                  <a:pt x="12532" y="6327"/>
                </a:lnTo>
                <a:lnTo>
                  <a:pt x="12240" y="6011"/>
                </a:lnTo>
                <a:lnTo>
                  <a:pt x="11924" y="5646"/>
                </a:lnTo>
                <a:lnTo>
                  <a:pt x="11778" y="5475"/>
                </a:lnTo>
                <a:lnTo>
                  <a:pt x="11583" y="5305"/>
                </a:lnTo>
                <a:lnTo>
                  <a:pt x="11510" y="5256"/>
                </a:lnTo>
                <a:close/>
                <a:moveTo>
                  <a:pt x="8104" y="439"/>
                </a:moveTo>
                <a:lnTo>
                  <a:pt x="8371" y="487"/>
                </a:lnTo>
                <a:lnTo>
                  <a:pt x="8663" y="536"/>
                </a:lnTo>
                <a:lnTo>
                  <a:pt x="9247" y="585"/>
                </a:lnTo>
                <a:lnTo>
                  <a:pt x="9588" y="633"/>
                </a:lnTo>
                <a:lnTo>
                  <a:pt x="9904" y="706"/>
                </a:lnTo>
                <a:lnTo>
                  <a:pt x="10537" y="877"/>
                </a:lnTo>
                <a:lnTo>
                  <a:pt x="10877" y="998"/>
                </a:lnTo>
                <a:lnTo>
                  <a:pt x="11218" y="1120"/>
                </a:lnTo>
                <a:lnTo>
                  <a:pt x="11559" y="1266"/>
                </a:lnTo>
                <a:lnTo>
                  <a:pt x="11875" y="1412"/>
                </a:lnTo>
                <a:lnTo>
                  <a:pt x="12191" y="1582"/>
                </a:lnTo>
                <a:lnTo>
                  <a:pt x="12508" y="1752"/>
                </a:lnTo>
                <a:lnTo>
                  <a:pt x="13116" y="2166"/>
                </a:lnTo>
                <a:lnTo>
                  <a:pt x="13408" y="2385"/>
                </a:lnTo>
                <a:lnTo>
                  <a:pt x="13700" y="2628"/>
                </a:lnTo>
                <a:lnTo>
                  <a:pt x="13968" y="2896"/>
                </a:lnTo>
                <a:lnTo>
                  <a:pt x="14235" y="3188"/>
                </a:lnTo>
                <a:lnTo>
                  <a:pt x="14479" y="3456"/>
                </a:lnTo>
                <a:lnTo>
                  <a:pt x="14698" y="3772"/>
                </a:lnTo>
                <a:lnTo>
                  <a:pt x="14917" y="4088"/>
                </a:lnTo>
                <a:lnTo>
                  <a:pt x="15111" y="4405"/>
                </a:lnTo>
                <a:lnTo>
                  <a:pt x="15282" y="4745"/>
                </a:lnTo>
                <a:lnTo>
                  <a:pt x="15452" y="5086"/>
                </a:lnTo>
                <a:lnTo>
                  <a:pt x="15574" y="5427"/>
                </a:lnTo>
                <a:lnTo>
                  <a:pt x="15720" y="5792"/>
                </a:lnTo>
                <a:lnTo>
                  <a:pt x="15817" y="6157"/>
                </a:lnTo>
                <a:lnTo>
                  <a:pt x="15914" y="6522"/>
                </a:lnTo>
                <a:lnTo>
                  <a:pt x="15987" y="6887"/>
                </a:lnTo>
                <a:lnTo>
                  <a:pt x="16036" y="7276"/>
                </a:lnTo>
                <a:lnTo>
                  <a:pt x="16109" y="8079"/>
                </a:lnTo>
                <a:lnTo>
                  <a:pt x="16109" y="8468"/>
                </a:lnTo>
                <a:lnTo>
                  <a:pt x="16109" y="8858"/>
                </a:lnTo>
                <a:lnTo>
                  <a:pt x="16085" y="9271"/>
                </a:lnTo>
                <a:lnTo>
                  <a:pt x="16060" y="9661"/>
                </a:lnTo>
                <a:lnTo>
                  <a:pt x="15987" y="10050"/>
                </a:lnTo>
                <a:lnTo>
                  <a:pt x="15914" y="10439"/>
                </a:lnTo>
                <a:lnTo>
                  <a:pt x="15817" y="10828"/>
                </a:lnTo>
                <a:lnTo>
                  <a:pt x="15695" y="11193"/>
                </a:lnTo>
                <a:lnTo>
                  <a:pt x="15549" y="11558"/>
                </a:lnTo>
                <a:lnTo>
                  <a:pt x="15379" y="11899"/>
                </a:lnTo>
                <a:lnTo>
                  <a:pt x="15184" y="12240"/>
                </a:lnTo>
                <a:lnTo>
                  <a:pt x="14965" y="12580"/>
                </a:lnTo>
                <a:lnTo>
                  <a:pt x="14722" y="12872"/>
                </a:lnTo>
                <a:lnTo>
                  <a:pt x="14430" y="13189"/>
                </a:lnTo>
                <a:lnTo>
                  <a:pt x="14138" y="13456"/>
                </a:lnTo>
                <a:lnTo>
                  <a:pt x="13846" y="13700"/>
                </a:lnTo>
                <a:lnTo>
                  <a:pt x="13530" y="13943"/>
                </a:lnTo>
                <a:lnTo>
                  <a:pt x="13213" y="14186"/>
                </a:lnTo>
                <a:lnTo>
                  <a:pt x="12532" y="14624"/>
                </a:lnTo>
                <a:lnTo>
                  <a:pt x="11851" y="15014"/>
                </a:lnTo>
                <a:lnTo>
                  <a:pt x="11510" y="15184"/>
                </a:lnTo>
                <a:lnTo>
                  <a:pt x="11145" y="15330"/>
                </a:lnTo>
                <a:lnTo>
                  <a:pt x="10415" y="15622"/>
                </a:lnTo>
                <a:lnTo>
                  <a:pt x="10050" y="15744"/>
                </a:lnTo>
                <a:lnTo>
                  <a:pt x="9685" y="15841"/>
                </a:lnTo>
                <a:lnTo>
                  <a:pt x="9320" y="15963"/>
                </a:lnTo>
                <a:lnTo>
                  <a:pt x="8980" y="16109"/>
                </a:lnTo>
                <a:lnTo>
                  <a:pt x="8907" y="16157"/>
                </a:lnTo>
                <a:lnTo>
                  <a:pt x="8882" y="16230"/>
                </a:lnTo>
                <a:lnTo>
                  <a:pt x="8104" y="16230"/>
                </a:lnTo>
                <a:lnTo>
                  <a:pt x="7739" y="16206"/>
                </a:lnTo>
                <a:lnTo>
                  <a:pt x="7349" y="16157"/>
                </a:lnTo>
                <a:lnTo>
                  <a:pt x="6984" y="16109"/>
                </a:lnTo>
                <a:lnTo>
                  <a:pt x="6619" y="16011"/>
                </a:lnTo>
                <a:lnTo>
                  <a:pt x="6254" y="15914"/>
                </a:lnTo>
                <a:lnTo>
                  <a:pt x="5889" y="15817"/>
                </a:lnTo>
                <a:lnTo>
                  <a:pt x="5524" y="15695"/>
                </a:lnTo>
                <a:lnTo>
                  <a:pt x="5184" y="15549"/>
                </a:lnTo>
                <a:lnTo>
                  <a:pt x="4843" y="15379"/>
                </a:lnTo>
                <a:lnTo>
                  <a:pt x="4502" y="15208"/>
                </a:lnTo>
                <a:lnTo>
                  <a:pt x="4162" y="15014"/>
                </a:lnTo>
                <a:lnTo>
                  <a:pt x="3845" y="14795"/>
                </a:lnTo>
                <a:lnTo>
                  <a:pt x="3553" y="14576"/>
                </a:lnTo>
                <a:lnTo>
                  <a:pt x="3237" y="14357"/>
                </a:lnTo>
                <a:lnTo>
                  <a:pt x="2921" y="14065"/>
                </a:lnTo>
                <a:lnTo>
                  <a:pt x="2629" y="13797"/>
                </a:lnTo>
                <a:lnTo>
                  <a:pt x="2361" y="13481"/>
                </a:lnTo>
                <a:lnTo>
                  <a:pt x="2094" y="13164"/>
                </a:lnTo>
                <a:lnTo>
                  <a:pt x="1850" y="12824"/>
                </a:lnTo>
                <a:lnTo>
                  <a:pt x="1631" y="12483"/>
                </a:lnTo>
                <a:lnTo>
                  <a:pt x="1437" y="12142"/>
                </a:lnTo>
                <a:lnTo>
                  <a:pt x="1242" y="11777"/>
                </a:lnTo>
                <a:lnTo>
                  <a:pt x="1096" y="11412"/>
                </a:lnTo>
                <a:lnTo>
                  <a:pt x="950" y="11023"/>
                </a:lnTo>
                <a:lnTo>
                  <a:pt x="804" y="10634"/>
                </a:lnTo>
                <a:lnTo>
                  <a:pt x="707" y="10244"/>
                </a:lnTo>
                <a:lnTo>
                  <a:pt x="609" y="9831"/>
                </a:lnTo>
                <a:lnTo>
                  <a:pt x="561" y="9442"/>
                </a:lnTo>
                <a:lnTo>
                  <a:pt x="512" y="9028"/>
                </a:lnTo>
                <a:lnTo>
                  <a:pt x="463" y="8614"/>
                </a:lnTo>
                <a:lnTo>
                  <a:pt x="463" y="8201"/>
                </a:lnTo>
                <a:lnTo>
                  <a:pt x="488" y="7787"/>
                </a:lnTo>
                <a:lnTo>
                  <a:pt x="512" y="7373"/>
                </a:lnTo>
                <a:lnTo>
                  <a:pt x="585" y="6960"/>
                </a:lnTo>
                <a:lnTo>
                  <a:pt x="658" y="6570"/>
                </a:lnTo>
                <a:lnTo>
                  <a:pt x="755" y="6181"/>
                </a:lnTo>
                <a:lnTo>
                  <a:pt x="877" y="5792"/>
                </a:lnTo>
                <a:lnTo>
                  <a:pt x="1023" y="5402"/>
                </a:lnTo>
                <a:lnTo>
                  <a:pt x="1169" y="5037"/>
                </a:lnTo>
                <a:lnTo>
                  <a:pt x="1364" y="4672"/>
                </a:lnTo>
                <a:lnTo>
                  <a:pt x="1558" y="4307"/>
                </a:lnTo>
                <a:lnTo>
                  <a:pt x="1777" y="3967"/>
                </a:lnTo>
                <a:lnTo>
                  <a:pt x="1996" y="3626"/>
                </a:lnTo>
                <a:lnTo>
                  <a:pt x="2264" y="3310"/>
                </a:lnTo>
                <a:lnTo>
                  <a:pt x="2532" y="2993"/>
                </a:lnTo>
                <a:lnTo>
                  <a:pt x="2823" y="2701"/>
                </a:lnTo>
                <a:lnTo>
                  <a:pt x="3115" y="2434"/>
                </a:lnTo>
                <a:lnTo>
                  <a:pt x="3432" y="2190"/>
                </a:lnTo>
                <a:lnTo>
                  <a:pt x="3748" y="1947"/>
                </a:lnTo>
                <a:lnTo>
                  <a:pt x="4089" y="1728"/>
                </a:lnTo>
                <a:lnTo>
                  <a:pt x="4429" y="1509"/>
                </a:lnTo>
                <a:lnTo>
                  <a:pt x="4794" y="1339"/>
                </a:lnTo>
                <a:lnTo>
                  <a:pt x="5159" y="1169"/>
                </a:lnTo>
                <a:lnTo>
                  <a:pt x="5524" y="998"/>
                </a:lnTo>
                <a:lnTo>
                  <a:pt x="5865" y="877"/>
                </a:lnTo>
                <a:lnTo>
                  <a:pt x="6206" y="779"/>
                </a:lnTo>
                <a:lnTo>
                  <a:pt x="6911" y="609"/>
                </a:lnTo>
                <a:lnTo>
                  <a:pt x="7203" y="560"/>
                </a:lnTo>
                <a:lnTo>
                  <a:pt x="7520" y="536"/>
                </a:lnTo>
                <a:lnTo>
                  <a:pt x="7812" y="487"/>
                </a:lnTo>
                <a:lnTo>
                  <a:pt x="8104" y="439"/>
                </a:lnTo>
                <a:close/>
                <a:moveTo>
                  <a:pt x="7690" y="1"/>
                </a:moveTo>
                <a:lnTo>
                  <a:pt x="7374" y="25"/>
                </a:lnTo>
                <a:lnTo>
                  <a:pt x="7057" y="74"/>
                </a:lnTo>
                <a:lnTo>
                  <a:pt x="6644" y="147"/>
                </a:lnTo>
                <a:lnTo>
                  <a:pt x="6206" y="244"/>
                </a:lnTo>
                <a:lnTo>
                  <a:pt x="5792" y="366"/>
                </a:lnTo>
                <a:lnTo>
                  <a:pt x="5403" y="512"/>
                </a:lnTo>
                <a:lnTo>
                  <a:pt x="5013" y="682"/>
                </a:lnTo>
                <a:lnTo>
                  <a:pt x="4624" y="852"/>
                </a:lnTo>
                <a:lnTo>
                  <a:pt x="4259" y="1047"/>
                </a:lnTo>
                <a:lnTo>
                  <a:pt x="3918" y="1266"/>
                </a:lnTo>
                <a:lnTo>
                  <a:pt x="3578" y="1485"/>
                </a:lnTo>
                <a:lnTo>
                  <a:pt x="3237" y="1752"/>
                </a:lnTo>
                <a:lnTo>
                  <a:pt x="2921" y="1996"/>
                </a:lnTo>
                <a:lnTo>
                  <a:pt x="2604" y="2288"/>
                </a:lnTo>
                <a:lnTo>
                  <a:pt x="2288" y="2580"/>
                </a:lnTo>
                <a:lnTo>
                  <a:pt x="1996" y="2896"/>
                </a:lnTo>
                <a:lnTo>
                  <a:pt x="1704" y="3237"/>
                </a:lnTo>
                <a:lnTo>
                  <a:pt x="1461" y="3577"/>
                </a:lnTo>
                <a:lnTo>
                  <a:pt x="1218" y="3942"/>
                </a:lnTo>
                <a:lnTo>
                  <a:pt x="999" y="4307"/>
                </a:lnTo>
                <a:lnTo>
                  <a:pt x="804" y="4697"/>
                </a:lnTo>
                <a:lnTo>
                  <a:pt x="634" y="5086"/>
                </a:lnTo>
                <a:lnTo>
                  <a:pt x="488" y="5500"/>
                </a:lnTo>
                <a:lnTo>
                  <a:pt x="342" y="5889"/>
                </a:lnTo>
                <a:lnTo>
                  <a:pt x="244" y="6303"/>
                </a:lnTo>
                <a:lnTo>
                  <a:pt x="147" y="6741"/>
                </a:lnTo>
                <a:lnTo>
                  <a:pt x="74" y="7154"/>
                </a:lnTo>
                <a:lnTo>
                  <a:pt x="25" y="7592"/>
                </a:lnTo>
                <a:lnTo>
                  <a:pt x="1" y="8030"/>
                </a:lnTo>
                <a:lnTo>
                  <a:pt x="1" y="8468"/>
                </a:lnTo>
                <a:lnTo>
                  <a:pt x="1" y="8906"/>
                </a:lnTo>
                <a:lnTo>
                  <a:pt x="50" y="9344"/>
                </a:lnTo>
                <a:lnTo>
                  <a:pt x="98" y="9782"/>
                </a:lnTo>
                <a:lnTo>
                  <a:pt x="196" y="10196"/>
                </a:lnTo>
                <a:lnTo>
                  <a:pt x="293" y="10609"/>
                </a:lnTo>
                <a:lnTo>
                  <a:pt x="439" y="11023"/>
                </a:lnTo>
                <a:lnTo>
                  <a:pt x="585" y="11412"/>
                </a:lnTo>
                <a:lnTo>
                  <a:pt x="755" y="11802"/>
                </a:lnTo>
                <a:lnTo>
                  <a:pt x="926" y="12167"/>
                </a:lnTo>
                <a:lnTo>
                  <a:pt x="1145" y="12532"/>
                </a:lnTo>
                <a:lnTo>
                  <a:pt x="1364" y="12897"/>
                </a:lnTo>
                <a:lnTo>
                  <a:pt x="1607" y="13237"/>
                </a:lnTo>
                <a:lnTo>
                  <a:pt x="1875" y="13578"/>
                </a:lnTo>
                <a:lnTo>
                  <a:pt x="2142" y="13870"/>
                </a:lnTo>
                <a:lnTo>
                  <a:pt x="2434" y="14186"/>
                </a:lnTo>
                <a:lnTo>
                  <a:pt x="2726" y="14478"/>
                </a:lnTo>
                <a:lnTo>
                  <a:pt x="3067" y="14746"/>
                </a:lnTo>
                <a:lnTo>
                  <a:pt x="3383" y="14989"/>
                </a:lnTo>
                <a:lnTo>
                  <a:pt x="3724" y="15233"/>
                </a:lnTo>
                <a:lnTo>
                  <a:pt x="4089" y="15452"/>
                </a:lnTo>
                <a:lnTo>
                  <a:pt x="4454" y="15671"/>
                </a:lnTo>
                <a:lnTo>
                  <a:pt x="4819" y="15841"/>
                </a:lnTo>
                <a:lnTo>
                  <a:pt x="5208" y="16011"/>
                </a:lnTo>
                <a:lnTo>
                  <a:pt x="5597" y="16182"/>
                </a:lnTo>
                <a:lnTo>
                  <a:pt x="6011" y="16303"/>
                </a:lnTo>
                <a:lnTo>
                  <a:pt x="6425" y="16401"/>
                </a:lnTo>
                <a:lnTo>
                  <a:pt x="6838" y="16498"/>
                </a:lnTo>
                <a:lnTo>
                  <a:pt x="7252" y="16571"/>
                </a:lnTo>
                <a:lnTo>
                  <a:pt x="7690" y="16620"/>
                </a:lnTo>
                <a:lnTo>
                  <a:pt x="8128" y="16644"/>
                </a:lnTo>
                <a:lnTo>
                  <a:pt x="8566" y="16644"/>
                </a:lnTo>
                <a:lnTo>
                  <a:pt x="9004" y="16620"/>
                </a:lnTo>
                <a:lnTo>
                  <a:pt x="9101" y="16571"/>
                </a:lnTo>
                <a:lnTo>
                  <a:pt x="9174" y="16522"/>
                </a:lnTo>
                <a:lnTo>
                  <a:pt x="9539" y="16498"/>
                </a:lnTo>
                <a:lnTo>
                  <a:pt x="9929" y="16425"/>
                </a:lnTo>
                <a:lnTo>
                  <a:pt x="10318" y="16303"/>
                </a:lnTo>
                <a:lnTo>
                  <a:pt x="10707" y="16182"/>
                </a:lnTo>
                <a:lnTo>
                  <a:pt x="11072" y="16011"/>
                </a:lnTo>
                <a:lnTo>
                  <a:pt x="11437" y="15841"/>
                </a:lnTo>
                <a:lnTo>
                  <a:pt x="12143" y="15500"/>
                </a:lnTo>
                <a:lnTo>
                  <a:pt x="12508" y="15306"/>
                </a:lnTo>
                <a:lnTo>
                  <a:pt x="12848" y="15087"/>
                </a:lnTo>
                <a:lnTo>
                  <a:pt x="13213" y="14868"/>
                </a:lnTo>
                <a:lnTo>
                  <a:pt x="13554" y="14624"/>
                </a:lnTo>
                <a:lnTo>
                  <a:pt x="13895" y="14381"/>
                </a:lnTo>
                <a:lnTo>
                  <a:pt x="14211" y="14138"/>
                </a:lnTo>
                <a:lnTo>
                  <a:pt x="14527" y="13846"/>
                </a:lnTo>
                <a:lnTo>
                  <a:pt x="14819" y="13578"/>
                </a:lnTo>
                <a:lnTo>
                  <a:pt x="15111" y="13262"/>
                </a:lnTo>
                <a:lnTo>
                  <a:pt x="15379" y="12945"/>
                </a:lnTo>
                <a:lnTo>
                  <a:pt x="15598" y="12605"/>
                </a:lnTo>
                <a:lnTo>
                  <a:pt x="15817" y="12240"/>
                </a:lnTo>
                <a:lnTo>
                  <a:pt x="15987" y="11875"/>
                </a:lnTo>
                <a:lnTo>
                  <a:pt x="16158" y="11485"/>
                </a:lnTo>
                <a:lnTo>
                  <a:pt x="16279" y="11096"/>
                </a:lnTo>
                <a:lnTo>
                  <a:pt x="16401" y="10682"/>
                </a:lnTo>
                <a:lnTo>
                  <a:pt x="16474" y="10269"/>
                </a:lnTo>
                <a:lnTo>
                  <a:pt x="16547" y="9855"/>
                </a:lnTo>
                <a:lnTo>
                  <a:pt x="16596" y="9442"/>
                </a:lnTo>
                <a:lnTo>
                  <a:pt x="16620" y="9028"/>
                </a:lnTo>
                <a:lnTo>
                  <a:pt x="16620" y="8614"/>
                </a:lnTo>
                <a:lnTo>
                  <a:pt x="16596" y="8176"/>
                </a:lnTo>
                <a:lnTo>
                  <a:pt x="16571" y="7787"/>
                </a:lnTo>
                <a:lnTo>
                  <a:pt x="16523" y="7373"/>
                </a:lnTo>
                <a:lnTo>
                  <a:pt x="16450" y="6960"/>
                </a:lnTo>
                <a:lnTo>
                  <a:pt x="16377" y="6570"/>
                </a:lnTo>
                <a:lnTo>
                  <a:pt x="16279" y="6181"/>
                </a:lnTo>
                <a:lnTo>
                  <a:pt x="16158" y="5792"/>
                </a:lnTo>
                <a:lnTo>
                  <a:pt x="16036" y="5402"/>
                </a:lnTo>
                <a:lnTo>
                  <a:pt x="15890" y="5037"/>
                </a:lnTo>
                <a:lnTo>
                  <a:pt x="15720" y="4672"/>
                </a:lnTo>
                <a:lnTo>
                  <a:pt x="15549" y="4332"/>
                </a:lnTo>
                <a:lnTo>
                  <a:pt x="15355" y="3991"/>
                </a:lnTo>
                <a:lnTo>
                  <a:pt x="15136" y="3650"/>
                </a:lnTo>
                <a:lnTo>
                  <a:pt x="14917" y="3334"/>
                </a:lnTo>
                <a:lnTo>
                  <a:pt x="14649" y="3018"/>
                </a:lnTo>
                <a:lnTo>
                  <a:pt x="14406" y="2701"/>
                </a:lnTo>
                <a:lnTo>
                  <a:pt x="14114" y="2434"/>
                </a:lnTo>
                <a:lnTo>
                  <a:pt x="13822" y="2142"/>
                </a:lnTo>
                <a:lnTo>
                  <a:pt x="13505" y="1874"/>
                </a:lnTo>
                <a:lnTo>
                  <a:pt x="13213" y="1680"/>
                </a:lnTo>
                <a:lnTo>
                  <a:pt x="12897" y="1461"/>
                </a:lnTo>
                <a:lnTo>
                  <a:pt x="12605" y="1266"/>
                </a:lnTo>
                <a:lnTo>
                  <a:pt x="12289" y="1096"/>
                </a:lnTo>
                <a:lnTo>
                  <a:pt x="11632" y="779"/>
                </a:lnTo>
                <a:lnTo>
                  <a:pt x="10950" y="536"/>
                </a:lnTo>
                <a:lnTo>
                  <a:pt x="10561" y="414"/>
                </a:lnTo>
                <a:lnTo>
                  <a:pt x="10172" y="293"/>
                </a:lnTo>
                <a:lnTo>
                  <a:pt x="9783" y="220"/>
                </a:lnTo>
                <a:lnTo>
                  <a:pt x="9369" y="147"/>
                </a:lnTo>
                <a:lnTo>
                  <a:pt x="8834" y="74"/>
                </a:lnTo>
                <a:lnTo>
                  <a:pt x="8542" y="49"/>
                </a:lnTo>
                <a:lnTo>
                  <a:pt x="8274" y="74"/>
                </a:lnTo>
                <a:lnTo>
                  <a:pt x="8128" y="25"/>
                </a:lnTo>
                <a:lnTo>
                  <a:pt x="7982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9;p39"/>
          <p:cNvSpPr/>
          <p:nvPr/>
        </p:nvSpPr>
        <p:spPr>
          <a:xfrm>
            <a:off x="2265601" y="2766519"/>
            <a:ext cx="363230" cy="363755"/>
          </a:xfrm>
          <a:custGeom>
            <a:avLst/>
            <a:gdLst/>
            <a:ahLst/>
            <a:cxnLst/>
            <a:rect l="l" t="t" r="r" b="b"/>
            <a:pathLst>
              <a:path w="16620" h="16644" extrusionOk="0">
                <a:moveTo>
                  <a:pt x="11437" y="5767"/>
                </a:moveTo>
                <a:lnTo>
                  <a:pt x="11753" y="6132"/>
                </a:lnTo>
                <a:lnTo>
                  <a:pt x="12094" y="6522"/>
                </a:lnTo>
                <a:lnTo>
                  <a:pt x="11510" y="7179"/>
                </a:lnTo>
                <a:lnTo>
                  <a:pt x="11291" y="7008"/>
                </a:lnTo>
                <a:lnTo>
                  <a:pt x="11096" y="6862"/>
                </a:lnTo>
                <a:lnTo>
                  <a:pt x="10877" y="6668"/>
                </a:lnTo>
                <a:lnTo>
                  <a:pt x="10756" y="6570"/>
                </a:lnTo>
                <a:lnTo>
                  <a:pt x="10610" y="6497"/>
                </a:lnTo>
                <a:lnTo>
                  <a:pt x="10926" y="6230"/>
                </a:lnTo>
                <a:lnTo>
                  <a:pt x="10975" y="6303"/>
                </a:lnTo>
                <a:lnTo>
                  <a:pt x="11048" y="6400"/>
                </a:lnTo>
                <a:lnTo>
                  <a:pt x="11194" y="6546"/>
                </a:lnTo>
                <a:lnTo>
                  <a:pt x="11388" y="6789"/>
                </a:lnTo>
                <a:lnTo>
                  <a:pt x="11486" y="6887"/>
                </a:lnTo>
                <a:lnTo>
                  <a:pt x="11632" y="6960"/>
                </a:lnTo>
                <a:lnTo>
                  <a:pt x="11680" y="6960"/>
                </a:lnTo>
                <a:lnTo>
                  <a:pt x="11705" y="6911"/>
                </a:lnTo>
                <a:lnTo>
                  <a:pt x="11680" y="6765"/>
                </a:lnTo>
                <a:lnTo>
                  <a:pt x="11632" y="6619"/>
                </a:lnTo>
                <a:lnTo>
                  <a:pt x="11534" y="6522"/>
                </a:lnTo>
                <a:lnTo>
                  <a:pt x="11437" y="6400"/>
                </a:lnTo>
                <a:lnTo>
                  <a:pt x="11291" y="6205"/>
                </a:lnTo>
                <a:lnTo>
                  <a:pt x="11218" y="6108"/>
                </a:lnTo>
                <a:lnTo>
                  <a:pt x="11121" y="6059"/>
                </a:lnTo>
                <a:lnTo>
                  <a:pt x="11437" y="5767"/>
                </a:lnTo>
                <a:close/>
                <a:moveTo>
                  <a:pt x="10464" y="6643"/>
                </a:moveTo>
                <a:lnTo>
                  <a:pt x="10537" y="6765"/>
                </a:lnTo>
                <a:lnTo>
                  <a:pt x="10634" y="6887"/>
                </a:lnTo>
                <a:lnTo>
                  <a:pt x="10853" y="7106"/>
                </a:lnTo>
                <a:lnTo>
                  <a:pt x="11048" y="7300"/>
                </a:lnTo>
                <a:lnTo>
                  <a:pt x="11242" y="7495"/>
                </a:lnTo>
                <a:lnTo>
                  <a:pt x="11121" y="7641"/>
                </a:lnTo>
                <a:lnTo>
                  <a:pt x="10902" y="7446"/>
                </a:lnTo>
                <a:lnTo>
                  <a:pt x="10658" y="7276"/>
                </a:lnTo>
                <a:lnTo>
                  <a:pt x="10440" y="7057"/>
                </a:lnTo>
                <a:lnTo>
                  <a:pt x="10318" y="6960"/>
                </a:lnTo>
                <a:lnTo>
                  <a:pt x="10172" y="6887"/>
                </a:lnTo>
                <a:lnTo>
                  <a:pt x="10464" y="6643"/>
                </a:lnTo>
                <a:close/>
                <a:moveTo>
                  <a:pt x="10075" y="6984"/>
                </a:moveTo>
                <a:lnTo>
                  <a:pt x="10075" y="7057"/>
                </a:lnTo>
                <a:lnTo>
                  <a:pt x="10123" y="7130"/>
                </a:lnTo>
                <a:lnTo>
                  <a:pt x="10196" y="7276"/>
                </a:lnTo>
                <a:lnTo>
                  <a:pt x="10318" y="7398"/>
                </a:lnTo>
                <a:lnTo>
                  <a:pt x="10415" y="7519"/>
                </a:lnTo>
                <a:lnTo>
                  <a:pt x="10658" y="7714"/>
                </a:lnTo>
                <a:lnTo>
                  <a:pt x="10780" y="7811"/>
                </a:lnTo>
                <a:lnTo>
                  <a:pt x="10926" y="7909"/>
                </a:lnTo>
                <a:lnTo>
                  <a:pt x="10683" y="8176"/>
                </a:lnTo>
                <a:lnTo>
                  <a:pt x="10585" y="8055"/>
                </a:lnTo>
                <a:lnTo>
                  <a:pt x="10488" y="7957"/>
                </a:lnTo>
                <a:lnTo>
                  <a:pt x="10269" y="7787"/>
                </a:lnTo>
                <a:lnTo>
                  <a:pt x="10002" y="7519"/>
                </a:lnTo>
                <a:lnTo>
                  <a:pt x="9734" y="7276"/>
                </a:lnTo>
                <a:lnTo>
                  <a:pt x="10075" y="6984"/>
                </a:lnTo>
                <a:close/>
                <a:moveTo>
                  <a:pt x="9515" y="7495"/>
                </a:moveTo>
                <a:lnTo>
                  <a:pt x="9612" y="7617"/>
                </a:lnTo>
                <a:lnTo>
                  <a:pt x="9710" y="7738"/>
                </a:lnTo>
                <a:lnTo>
                  <a:pt x="9953" y="7957"/>
                </a:lnTo>
                <a:lnTo>
                  <a:pt x="10172" y="8201"/>
                </a:lnTo>
                <a:lnTo>
                  <a:pt x="10318" y="8347"/>
                </a:lnTo>
                <a:lnTo>
                  <a:pt x="10464" y="8444"/>
                </a:lnTo>
                <a:lnTo>
                  <a:pt x="10172" y="8809"/>
                </a:lnTo>
                <a:lnTo>
                  <a:pt x="9904" y="8468"/>
                </a:lnTo>
                <a:lnTo>
                  <a:pt x="9661" y="8176"/>
                </a:lnTo>
                <a:lnTo>
                  <a:pt x="9466" y="7933"/>
                </a:lnTo>
                <a:lnTo>
                  <a:pt x="9369" y="7811"/>
                </a:lnTo>
                <a:lnTo>
                  <a:pt x="9272" y="7714"/>
                </a:lnTo>
                <a:lnTo>
                  <a:pt x="9515" y="7495"/>
                </a:lnTo>
                <a:close/>
                <a:moveTo>
                  <a:pt x="9004" y="7933"/>
                </a:moveTo>
                <a:lnTo>
                  <a:pt x="9126" y="8128"/>
                </a:lnTo>
                <a:lnTo>
                  <a:pt x="9272" y="8298"/>
                </a:lnTo>
                <a:lnTo>
                  <a:pt x="9564" y="8663"/>
                </a:lnTo>
                <a:lnTo>
                  <a:pt x="9880" y="9028"/>
                </a:lnTo>
                <a:lnTo>
                  <a:pt x="9904" y="9077"/>
                </a:lnTo>
                <a:lnTo>
                  <a:pt x="9856" y="9125"/>
                </a:lnTo>
                <a:lnTo>
                  <a:pt x="9734" y="9271"/>
                </a:lnTo>
                <a:lnTo>
                  <a:pt x="9710" y="9198"/>
                </a:lnTo>
                <a:lnTo>
                  <a:pt x="9442" y="8858"/>
                </a:lnTo>
                <a:lnTo>
                  <a:pt x="9126" y="8517"/>
                </a:lnTo>
                <a:lnTo>
                  <a:pt x="8955" y="8322"/>
                </a:lnTo>
                <a:lnTo>
                  <a:pt x="8785" y="8152"/>
                </a:lnTo>
                <a:lnTo>
                  <a:pt x="9004" y="7933"/>
                </a:lnTo>
                <a:close/>
                <a:moveTo>
                  <a:pt x="8517" y="8371"/>
                </a:moveTo>
                <a:lnTo>
                  <a:pt x="8663" y="8590"/>
                </a:lnTo>
                <a:lnTo>
                  <a:pt x="8809" y="8785"/>
                </a:lnTo>
                <a:lnTo>
                  <a:pt x="9101" y="9150"/>
                </a:lnTo>
                <a:lnTo>
                  <a:pt x="9272" y="9320"/>
                </a:lnTo>
                <a:lnTo>
                  <a:pt x="9442" y="9466"/>
                </a:lnTo>
                <a:lnTo>
                  <a:pt x="9515" y="9490"/>
                </a:lnTo>
                <a:lnTo>
                  <a:pt x="9199" y="9806"/>
                </a:lnTo>
                <a:lnTo>
                  <a:pt x="9174" y="9709"/>
                </a:lnTo>
                <a:lnTo>
                  <a:pt x="9150" y="9612"/>
                </a:lnTo>
                <a:lnTo>
                  <a:pt x="9053" y="9442"/>
                </a:lnTo>
                <a:lnTo>
                  <a:pt x="8931" y="9271"/>
                </a:lnTo>
                <a:lnTo>
                  <a:pt x="8785" y="9125"/>
                </a:lnTo>
                <a:lnTo>
                  <a:pt x="8590" y="8833"/>
                </a:lnTo>
                <a:lnTo>
                  <a:pt x="8444" y="8663"/>
                </a:lnTo>
                <a:lnTo>
                  <a:pt x="8323" y="8541"/>
                </a:lnTo>
                <a:lnTo>
                  <a:pt x="8517" y="8371"/>
                </a:lnTo>
                <a:close/>
                <a:moveTo>
                  <a:pt x="5476" y="7787"/>
                </a:moveTo>
                <a:lnTo>
                  <a:pt x="5622" y="7982"/>
                </a:lnTo>
                <a:lnTo>
                  <a:pt x="5816" y="8176"/>
                </a:lnTo>
                <a:lnTo>
                  <a:pt x="6133" y="8444"/>
                </a:lnTo>
                <a:lnTo>
                  <a:pt x="6449" y="8736"/>
                </a:lnTo>
                <a:lnTo>
                  <a:pt x="6790" y="8979"/>
                </a:lnTo>
                <a:lnTo>
                  <a:pt x="6984" y="9125"/>
                </a:lnTo>
                <a:lnTo>
                  <a:pt x="7057" y="9174"/>
                </a:lnTo>
                <a:lnTo>
                  <a:pt x="7155" y="9198"/>
                </a:lnTo>
                <a:lnTo>
                  <a:pt x="7155" y="9247"/>
                </a:lnTo>
                <a:lnTo>
                  <a:pt x="7179" y="9296"/>
                </a:lnTo>
                <a:lnTo>
                  <a:pt x="7301" y="9296"/>
                </a:lnTo>
                <a:lnTo>
                  <a:pt x="7398" y="9271"/>
                </a:lnTo>
                <a:lnTo>
                  <a:pt x="7568" y="9198"/>
                </a:lnTo>
                <a:lnTo>
                  <a:pt x="7617" y="9344"/>
                </a:lnTo>
                <a:lnTo>
                  <a:pt x="7690" y="9490"/>
                </a:lnTo>
                <a:lnTo>
                  <a:pt x="7885" y="9758"/>
                </a:lnTo>
                <a:lnTo>
                  <a:pt x="8006" y="9952"/>
                </a:lnTo>
                <a:lnTo>
                  <a:pt x="8177" y="10098"/>
                </a:lnTo>
                <a:lnTo>
                  <a:pt x="8250" y="10171"/>
                </a:lnTo>
                <a:lnTo>
                  <a:pt x="8347" y="10220"/>
                </a:lnTo>
                <a:lnTo>
                  <a:pt x="8469" y="10269"/>
                </a:lnTo>
                <a:lnTo>
                  <a:pt x="8566" y="10293"/>
                </a:lnTo>
                <a:lnTo>
                  <a:pt x="8615" y="10269"/>
                </a:lnTo>
                <a:lnTo>
                  <a:pt x="8615" y="10244"/>
                </a:lnTo>
                <a:lnTo>
                  <a:pt x="8542" y="10074"/>
                </a:lnTo>
                <a:lnTo>
                  <a:pt x="8420" y="9904"/>
                </a:lnTo>
                <a:lnTo>
                  <a:pt x="8177" y="9636"/>
                </a:lnTo>
                <a:lnTo>
                  <a:pt x="8055" y="9490"/>
                </a:lnTo>
                <a:lnTo>
                  <a:pt x="7982" y="9344"/>
                </a:lnTo>
                <a:lnTo>
                  <a:pt x="7885" y="9174"/>
                </a:lnTo>
                <a:lnTo>
                  <a:pt x="7763" y="9052"/>
                </a:lnTo>
                <a:lnTo>
                  <a:pt x="8079" y="8760"/>
                </a:lnTo>
                <a:lnTo>
                  <a:pt x="8128" y="8906"/>
                </a:lnTo>
                <a:lnTo>
                  <a:pt x="8225" y="9028"/>
                </a:lnTo>
                <a:lnTo>
                  <a:pt x="8420" y="9271"/>
                </a:lnTo>
                <a:lnTo>
                  <a:pt x="8542" y="9466"/>
                </a:lnTo>
                <a:lnTo>
                  <a:pt x="8688" y="9661"/>
                </a:lnTo>
                <a:lnTo>
                  <a:pt x="8785" y="9758"/>
                </a:lnTo>
                <a:lnTo>
                  <a:pt x="8882" y="9831"/>
                </a:lnTo>
                <a:lnTo>
                  <a:pt x="8980" y="9879"/>
                </a:lnTo>
                <a:lnTo>
                  <a:pt x="9077" y="9928"/>
                </a:lnTo>
                <a:lnTo>
                  <a:pt x="8615" y="10366"/>
                </a:lnTo>
                <a:lnTo>
                  <a:pt x="8250" y="10682"/>
                </a:lnTo>
                <a:lnTo>
                  <a:pt x="8225" y="10634"/>
                </a:lnTo>
                <a:lnTo>
                  <a:pt x="8201" y="10585"/>
                </a:lnTo>
                <a:lnTo>
                  <a:pt x="8031" y="10366"/>
                </a:lnTo>
                <a:lnTo>
                  <a:pt x="7812" y="10171"/>
                </a:lnTo>
                <a:lnTo>
                  <a:pt x="7374" y="9782"/>
                </a:lnTo>
                <a:lnTo>
                  <a:pt x="6960" y="9393"/>
                </a:lnTo>
                <a:lnTo>
                  <a:pt x="6546" y="9004"/>
                </a:lnTo>
                <a:lnTo>
                  <a:pt x="5670" y="8225"/>
                </a:lnTo>
                <a:lnTo>
                  <a:pt x="5500" y="8079"/>
                </a:lnTo>
                <a:lnTo>
                  <a:pt x="5330" y="7933"/>
                </a:lnTo>
                <a:lnTo>
                  <a:pt x="5476" y="7787"/>
                </a:lnTo>
                <a:close/>
                <a:moveTo>
                  <a:pt x="5062" y="8152"/>
                </a:moveTo>
                <a:lnTo>
                  <a:pt x="5232" y="8322"/>
                </a:lnTo>
                <a:lnTo>
                  <a:pt x="5403" y="8493"/>
                </a:lnTo>
                <a:lnTo>
                  <a:pt x="6279" y="9271"/>
                </a:lnTo>
                <a:lnTo>
                  <a:pt x="6692" y="9636"/>
                </a:lnTo>
                <a:lnTo>
                  <a:pt x="7155" y="10025"/>
                </a:lnTo>
                <a:lnTo>
                  <a:pt x="7374" y="10220"/>
                </a:lnTo>
                <a:lnTo>
                  <a:pt x="7593" y="10415"/>
                </a:lnTo>
                <a:lnTo>
                  <a:pt x="7812" y="10609"/>
                </a:lnTo>
                <a:lnTo>
                  <a:pt x="8055" y="10780"/>
                </a:lnTo>
                <a:lnTo>
                  <a:pt x="8104" y="10804"/>
                </a:lnTo>
                <a:lnTo>
                  <a:pt x="7982" y="10901"/>
                </a:lnTo>
                <a:lnTo>
                  <a:pt x="6254" y="9466"/>
                </a:lnTo>
                <a:lnTo>
                  <a:pt x="5597" y="8882"/>
                </a:lnTo>
                <a:lnTo>
                  <a:pt x="5232" y="8590"/>
                </a:lnTo>
                <a:lnTo>
                  <a:pt x="5062" y="8468"/>
                </a:lnTo>
                <a:lnTo>
                  <a:pt x="4867" y="8347"/>
                </a:lnTo>
                <a:lnTo>
                  <a:pt x="5038" y="8176"/>
                </a:lnTo>
                <a:lnTo>
                  <a:pt x="5062" y="8152"/>
                </a:lnTo>
                <a:close/>
                <a:moveTo>
                  <a:pt x="4746" y="8493"/>
                </a:moveTo>
                <a:lnTo>
                  <a:pt x="4867" y="8663"/>
                </a:lnTo>
                <a:lnTo>
                  <a:pt x="5038" y="8809"/>
                </a:lnTo>
                <a:lnTo>
                  <a:pt x="5378" y="9101"/>
                </a:lnTo>
                <a:lnTo>
                  <a:pt x="6060" y="9636"/>
                </a:lnTo>
                <a:lnTo>
                  <a:pt x="7787" y="11072"/>
                </a:lnTo>
                <a:lnTo>
                  <a:pt x="7617" y="11218"/>
                </a:lnTo>
                <a:lnTo>
                  <a:pt x="7398" y="11047"/>
                </a:lnTo>
                <a:lnTo>
                  <a:pt x="7155" y="10877"/>
                </a:lnTo>
                <a:lnTo>
                  <a:pt x="6911" y="10707"/>
                </a:lnTo>
                <a:lnTo>
                  <a:pt x="6668" y="10536"/>
                </a:lnTo>
                <a:lnTo>
                  <a:pt x="6181" y="10123"/>
                </a:lnTo>
                <a:lnTo>
                  <a:pt x="5719" y="9709"/>
                </a:lnTo>
                <a:lnTo>
                  <a:pt x="5281" y="9247"/>
                </a:lnTo>
                <a:lnTo>
                  <a:pt x="4867" y="8760"/>
                </a:lnTo>
                <a:lnTo>
                  <a:pt x="4770" y="8663"/>
                </a:lnTo>
                <a:lnTo>
                  <a:pt x="4673" y="8566"/>
                </a:lnTo>
                <a:lnTo>
                  <a:pt x="4746" y="8493"/>
                </a:lnTo>
                <a:close/>
                <a:moveTo>
                  <a:pt x="11437" y="5256"/>
                </a:moveTo>
                <a:lnTo>
                  <a:pt x="11364" y="5281"/>
                </a:lnTo>
                <a:lnTo>
                  <a:pt x="11315" y="5305"/>
                </a:lnTo>
                <a:lnTo>
                  <a:pt x="11218" y="5354"/>
                </a:lnTo>
                <a:lnTo>
                  <a:pt x="10075" y="6376"/>
                </a:lnTo>
                <a:lnTo>
                  <a:pt x="8931" y="7422"/>
                </a:lnTo>
                <a:lnTo>
                  <a:pt x="8347" y="7933"/>
                </a:lnTo>
                <a:lnTo>
                  <a:pt x="7787" y="8468"/>
                </a:lnTo>
                <a:lnTo>
                  <a:pt x="7544" y="8663"/>
                </a:lnTo>
                <a:lnTo>
                  <a:pt x="7325" y="8882"/>
                </a:lnTo>
                <a:lnTo>
                  <a:pt x="7228" y="8785"/>
                </a:lnTo>
                <a:lnTo>
                  <a:pt x="7106" y="8712"/>
                </a:lnTo>
                <a:lnTo>
                  <a:pt x="6717" y="8395"/>
                </a:lnTo>
                <a:lnTo>
                  <a:pt x="6327" y="8079"/>
                </a:lnTo>
                <a:lnTo>
                  <a:pt x="6011" y="7763"/>
                </a:lnTo>
                <a:lnTo>
                  <a:pt x="5768" y="7568"/>
                </a:lnTo>
                <a:lnTo>
                  <a:pt x="5670" y="7495"/>
                </a:lnTo>
                <a:lnTo>
                  <a:pt x="5573" y="7446"/>
                </a:lnTo>
                <a:lnTo>
                  <a:pt x="5524" y="7422"/>
                </a:lnTo>
                <a:lnTo>
                  <a:pt x="5427" y="7373"/>
                </a:lnTo>
                <a:lnTo>
                  <a:pt x="5330" y="7373"/>
                </a:lnTo>
                <a:lnTo>
                  <a:pt x="5232" y="7398"/>
                </a:lnTo>
                <a:lnTo>
                  <a:pt x="5135" y="7446"/>
                </a:lnTo>
                <a:lnTo>
                  <a:pt x="4940" y="7568"/>
                </a:lnTo>
                <a:lnTo>
                  <a:pt x="4794" y="7690"/>
                </a:lnTo>
                <a:lnTo>
                  <a:pt x="4575" y="7860"/>
                </a:lnTo>
                <a:lnTo>
                  <a:pt x="4381" y="8030"/>
                </a:lnTo>
                <a:lnTo>
                  <a:pt x="4283" y="8152"/>
                </a:lnTo>
                <a:lnTo>
                  <a:pt x="4210" y="8249"/>
                </a:lnTo>
                <a:lnTo>
                  <a:pt x="4162" y="8371"/>
                </a:lnTo>
                <a:lnTo>
                  <a:pt x="4137" y="8493"/>
                </a:lnTo>
                <a:lnTo>
                  <a:pt x="4162" y="8566"/>
                </a:lnTo>
                <a:lnTo>
                  <a:pt x="4210" y="8639"/>
                </a:lnTo>
                <a:lnTo>
                  <a:pt x="4259" y="8687"/>
                </a:lnTo>
                <a:lnTo>
                  <a:pt x="4332" y="8712"/>
                </a:lnTo>
                <a:lnTo>
                  <a:pt x="4356" y="8809"/>
                </a:lnTo>
                <a:lnTo>
                  <a:pt x="4405" y="8906"/>
                </a:lnTo>
                <a:lnTo>
                  <a:pt x="4478" y="9028"/>
                </a:lnTo>
                <a:lnTo>
                  <a:pt x="4551" y="9150"/>
                </a:lnTo>
                <a:lnTo>
                  <a:pt x="4721" y="9344"/>
                </a:lnTo>
                <a:lnTo>
                  <a:pt x="4940" y="9588"/>
                </a:lnTo>
                <a:lnTo>
                  <a:pt x="5135" y="9831"/>
                </a:lnTo>
                <a:lnTo>
                  <a:pt x="5597" y="10269"/>
                </a:lnTo>
                <a:lnTo>
                  <a:pt x="5987" y="10634"/>
                </a:lnTo>
                <a:lnTo>
                  <a:pt x="6425" y="10999"/>
                </a:lnTo>
                <a:lnTo>
                  <a:pt x="6668" y="11169"/>
                </a:lnTo>
                <a:lnTo>
                  <a:pt x="6887" y="11315"/>
                </a:lnTo>
                <a:lnTo>
                  <a:pt x="7130" y="11461"/>
                </a:lnTo>
                <a:lnTo>
                  <a:pt x="7374" y="11583"/>
                </a:lnTo>
                <a:lnTo>
                  <a:pt x="7349" y="11607"/>
                </a:lnTo>
                <a:lnTo>
                  <a:pt x="7349" y="11680"/>
                </a:lnTo>
                <a:lnTo>
                  <a:pt x="7374" y="11753"/>
                </a:lnTo>
                <a:lnTo>
                  <a:pt x="7422" y="11777"/>
                </a:lnTo>
                <a:lnTo>
                  <a:pt x="7495" y="11777"/>
                </a:lnTo>
                <a:lnTo>
                  <a:pt x="7666" y="11729"/>
                </a:lnTo>
                <a:lnTo>
                  <a:pt x="7836" y="11631"/>
                </a:lnTo>
                <a:lnTo>
                  <a:pt x="7982" y="11534"/>
                </a:lnTo>
                <a:lnTo>
                  <a:pt x="8128" y="11412"/>
                </a:lnTo>
                <a:lnTo>
                  <a:pt x="8420" y="11145"/>
                </a:lnTo>
                <a:lnTo>
                  <a:pt x="8663" y="10901"/>
                </a:lnTo>
                <a:lnTo>
                  <a:pt x="9369" y="10244"/>
                </a:lnTo>
                <a:lnTo>
                  <a:pt x="10050" y="9563"/>
                </a:lnTo>
                <a:lnTo>
                  <a:pt x="10658" y="8955"/>
                </a:lnTo>
                <a:lnTo>
                  <a:pt x="11291" y="8298"/>
                </a:lnTo>
                <a:lnTo>
                  <a:pt x="11875" y="7617"/>
                </a:lnTo>
                <a:lnTo>
                  <a:pt x="12143" y="7276"/>
                </a:lnTo>
                <a:lnTo>
                  <a:pt x="12410" y="6911"/>
                </a:lnTo>
                <a:lnTo>
                  <a:pt x="12483" y="6960"/>
                </a:lnTo>
                <a:lnTo>
                  <a:pt x="12556" y="6984"/>
                </a:lnTo>
                <a:lnTo>
                  <a:pt x="12654" y="6984"/>
                </a:lnTo>
                <a:lnTo>
                  <a:pt x="12727" y="6935"/>
                </a:lnTo>
                <a:lnTo>
                  <a:pt x="12775" y="6887"/>
                </a:lnTo>
                <a:lnTo>
                  <a:pt x="12824" y="6814"/>
                </a:lnTo>
                <a:lnTo>
                  <a:pt x="12824" y="6741"/>
                </a:lnTo>
                <a:lnTo>
                  <a:pt x="12775" y="6643"/>
                </a:lnTo>
                <a:lnTo>
                  <a:pt x="12532" y="6327"/>
                </a:lnTo>
                <a:lnTo>
                  <a:pt x="12240" y="6011"/>
                </a:lnTo>
                <a:lnTo>
                  <a:pt x="11924" y="5646"/>
                </a:lnTo>
                <a:lnTo>
                  <a:pt x="11778" y="5475"/>
                </a:lnTo>
                <a:lnTo>
                  <a:pt x="11583" y="5305"/>
                </a:lnTo>
                <a:lnTo>
                  <a:pt x="11510" y="5256"/>
                </a:lnTo>
                <a:close/>
                <a:moveTo>
                  <a:pt x="8104" y="439"/>
                </a:moveTo>
                <a:lnTo>
                  <a:pt x="8371" y="487"/>
                </a:lnTo>
                <a:lnTo>
                  <a:pt x="8663" y="536"/>
                </a:lnTo>
                <a:lnTo>
                  <a:pt x="9247" y="585"/>
                </a:lnTo>
                <a:lnTo>
                  <a:pt x="9588" y="633"/>
                </a:lnTo>
                <a:lnTo>
                  <a:pt x="9904" y="706"/>
                </a:lnTo>
                <a:lnTo>
                  <a:pt x="10537" y="877"/>
                </a:lnTo>
                <a:lnTo>
                  <a:pt x="10877" y="998"/>
                </a:lnTo>
                <a:lnTo>
                  <a:pt x="11218" y="1120"/>
                </a:lnTo>
                <a:lnTo>
                  <a:pt x="11559" y="1266"/>
                </a:lnTo>
                <a:lnTo>
                  <a:pt x="11875" y="1412"/>
                </a:lnTo>
                <a:lnTo>
                  <a:pt x="12191" y="1582"/>
                </a:lnTo>
                <a:lnTo>
                  <a:pt x="12508" y="1752"/>
                </a:lnTo>
                <a:lnTo>
                  <a:pt x="13116" y="2166"/>
                </a:lnTo>
                <a:lnTo>
                  <a:pt x="13408" y="2385"/>
                </a:lnTo>
                <a:lnTo>
                  <a:pt x="13700" y="2628"/>
                </a:lnTo>
                <a:lnTo>
                  <a:pt x="13968" y="2896"/>
                </a:lnTo>
                <a:lnTo>
                  <a:pt x="14235" y="3188"/>
                </a:lnTo>
                <a:lnTo>
                  <a:pt x="14479" y="3456"/>
                </a:lnTo>
                <a:lnTo>
                  <a:pt x="14698" y="3772"/>
                </a:lnTo>
                <a:lnTo>
                  <a:pt x="14917" y="4088"/>
                </a:lnTo>
                <a:lnTo>
                  <a:pt x="15111" y="4405"/>
                </a:lnTo>
                <a:lnTo>
                  <a:pt x="15282" y="4745"/>
                </a:lnTo>
                <a:lnTo>
                  <a:pt x="15452" y="5086"/>
                </a:lnTo>
                <a:lnTo>
                  <a:pt x="15574" y="5427"/>
                </a:lnTo>
                <a:lnTo>
                  <a:pt x="15720" y="5792"/>
                </a:lnTo>
                <a:lnTo>
                  <a:pt x="15817" y="6157"/>
                </a:lnTo>
                <a:lnTo>
                  <a:pt x="15914" y="6522"/>
                </a:lnTo>
                <a:lnTo>
                  <a:pt x="15987" y="6887"/>
                </a:lnTo>
                <a:lnTo>
                  <a:pt x="16036" y="7276"/>
                </a:lnTo>
                <a:lnTo>
                  <a:pt x="16109" y="8079"/>
                </a:lnTo>
                <a:lnTo>
                  <a:pt x="16109" y="8468"/>
                </a:lnTo>
                <a:lnTo>
                  <a:pt x="16109" y="8858"/>
                </a:lnTo>
                <a:lnTo>
                  <a:pt x="16085" y="9271"/>
                </a:lnTo>
                <a:lnTo>
                  <a:pt x="16060" y="9661"/>
                </a:lnTo>
                <a:lnTo>
                  <a:pt x="15987" y="10050"/>
                </a:lnTo>
                <a:lnTo>
                  <a:pt x="15914" y="10439"/>
                </a:lnTo>
                <a:lnTo>
                  <a:pt x="15817" y="10828"/>
                </a:lnTo>
                <a:lnTo>
                  <a:pt x="15695" y="11193"/>
                </a:lnTo>
                <a:lnTo>
                  <a:pt x="15549" y="11558"/>
                </a:lnTo>
                <a:lnTo>
                  <a:pt x="15379" y="11899"/>
                </a:lnTo>
                <a:lnTo>
                  <a:pt x="15184" y="12240"/>
                </a:lnTo>
                <a:lnTo>
                  <a:pt x="14965" y="12580"/>
                </a:lnTo>
                <a:lnTo>
                  <a:pt x="14722" y="12872"/>
                </a:lnTo>
                <a:lnTo>
                  <a:pt x="14430" y="13189"/>
                </a:lnTo>
                <a:lnTo>
                  <a:pt x="14138" y="13456"/>
                </a:lnTo>
                <a:lnTo>
                  <a:pt x="13846" y="13700"/>
                </a:lnTo>
                <a:lnTo>
                  <a:pt x="13530" y="13943"/>
                </a:lnTo>
                <a:lnTo>
                  <a:pt x="13213" y="14186"/>
                </a:lnTo>
                <a:lnTo>
                  <a:pt x="12532" y="14624"/>
                </a:lnTo>
                <a:lnTo>
                  <a:pt x="11851" y="15014"/>
                </a:lnTo>
                <a:lnTo>
                  <a:pt x="11510" y="15184"/>
                </a:lnTo>
                <a:lnTo>
                  <a:pt x="11145" y="15330"/>
                </a:lnTo>
                <a:lnTo>
                  <a:pt x="10415" y="15622"/>
                </a:lnTo>
                <a:lnTo>
                  <a:pt x="10050" y="15744"/>
                </a:lnTo>
                <a:lnTo>
                  <a:pt x="9685" y="15841"/>
                </a:lnTo>
                <a:lnTo>
                  <a:pt x="9320" y="15963"/>
                </a:lnTo>
                <a:lnTo>
                  <a:pt x="8980" y="16109"/>
                </a:lnTo>
                <a:lnTo>
                  <a:pt x="8907" y="16157"/>
                </a:lnTo>
                <a:lnTo>
                  <a:pt x="8882" y="16230"/>
                </a:lnTo>
                <a:lnTo>
                  <a:pt x="8104" y="16230"/>
                </a:lnTo>
                <a:lnTo>
                  <a:pt x="7739" y="16206"/>
                </a:lnTo>
                <a:lnTo>
                  <a:pt x="7349" y="16157"/>
                </a:lnTo>
                <a:lnTo>
                  <a:pt x="6984" y="16109"/>
                </a:lnTo>
                <a:lnTo>
                  <a:pt x="6619" y="16011"/>
                </a:lnTo>
                <a:lnTo>
                  <a:pt x="6254" y="15914"/>
                </a:lnTo>
                <a:lnTo>
                  <a:pt x="5889" y="15817"/>
                </a:lnTo>
                <a:lnTo>
                  <a:pt x="5524" y="15695"/>
                </a:lnTo>
                <a:lnTo>
                  <a:pt x="5184" y="15549"/>
                </a:lnTo>
                <a:lnTo>
                  <a:pt x="4843" y="15379"/>
                </a:lnTo>
                <a:lnTo>
                  <a:pt x="4502" y="15208"/>
                </a:lnTo>
                <a:lnTo>
                  <a:pt x="4162" y="15014"/>
                </a:lnTo>
                <a:lnTo>
                  <a:pt x="3845" y="14795"/>
                </a:lnTo>
                <a:lnTo>
                  <a:pt x="3553" y="14576"/>
                </a:lnTo>
                <a:lnTo>
                  <a:pt x="3237" y="14357"/>
                </a:lnTo>
                <a:lnTo>
                  <a:pt x="2921" y="14065"/>
                </a:lnTo>
                <a:lnTo>
                  <a:pt x="2629" y="13797"/>
                </a:lnTo>
                <a:lnTo>
                  <a:pt x="2361" y="13481"/>
                </a:lnTo>
                <a:lnTo>
                  <a:pt x="2094" y="13164"/>
                </a:lnTo>
                <a:lnTo>
                  <a:pt x="1850" y="12824"/>
                </a:lnTo>
                <a:lnTo>
                  <a:pt x="1631" y="12483"/>
                </a:lnTo>
                <a:lnTo>
                  <a:pt x="1437" y="12142"/>
                </a:lnTo>
                <a:lnTo>
                  <a:pt x="1242" y="11777"/>
                </a:lnTo>
                <a:lnTo>
                  <a:pt x="1096" y="11412"/>
                </a:lnTo>
                <a:lnTo>
                  <a:pt x="950" y="11023"/>
                </a:lnTo>
                <a:lnTo>
                  <a:pt x="804" y="10634"/>
                </a:lnTo>
                <a:lnTo>
                  <a:pt x="707" y="10244"/>
                </a:lnTo>
                <a:lnTo>
                  <a:pt x="609" y="9831"/>
                </a:lnTo>
                <a:lnTo>
                  <a:pt x="561" y="9442"/>
                </a:lnTo>
                <a:lnTo>
                  <a:pt x="512" y="9028"/>
                </a:lnTo>
                <a:lnTo>
                  <a:pt x="463" y="8614"/>
                </a:lnTo>
                <a:lnTo>
                  <a:pt x="463" y="8201"/>
                </a:lnTo>
                <a:lnTo>
                  <a:pt x="488" y="7787"/>
                </a:lnTo>
                <a:lnTo>
                  <a:pt x="512" y="7373"/>
                </a:lnTo>
                <a:lnTo>
                  <a:pt x="585" y="6960"/>
                </a:lnTo>
                <a:lnTo>
                  <a:pt x="658" y="6570"/>
                </a:lnTo>
                <a:lnTo>
                  <a:pt x="755" y="6181"/>
                </a:lnTo>
                <a:lnTo>
                  <a:pt x="877" y="5792"/>
                </a:lnTo>
                <a:lnTo>
                  <a:pt x="1023" y="5402"/>
                </a:lnTo>
                <a:lnTo>
                  <a:pt x="1169" y="5037"/>
                </a:lnTo>
                <a:lnTo>
                  <a:pt x="1364" y="4672"/>
                </a:lnTo>
                <a:lnTo>
                  <a:pt x="1558" y="4307"/>
                </a:lnTo>
                <a:lnTo>
                  <a:pt x="1777" y="3967"/>
                </a:lnTo>
                <a:lnTo>
                  <a:pt x="1996" y="3626"/>
                </a:lnTo>
                <a:lnTo>
                  <a:pt x="2264" y="3310"/>
                </a:lnTo>
                <a:lnTo>
                  <a:pt x="2532" y="2993"/>
                </a:lnTo>
                <a:lnTo>
                  <a:pt x="2823" y="2701"/>
                </a:lnTo>
                <a:lnTo>
                  <a:pt x="3115" y="2434"/>
                </a:lnTo>
                <a:lnTo>
                  <a:pt x="3432" y="2190"/>
                </a:lnTo>
                <a:lnTo>
                  <a:pt x="3748" y="1947"/>
                </a:lnTo>
                <a:lnTo>
                  <a:pt x="4089" y="1728"/>
                </a:lnTo>
                <a:lnTo>
                  <a:pt x="4429" y="1509"/>
                </a:lnTo>
                <a:lnTo>
                  <a:pt x="4794" y="1339"/>
                </a:lnTo>
                <a:lnTo>
                  <a:pt x="5159" y="1169"/>
                </a:lnTo>
                <a:lnTo>
                  <a:pt x="5524" y="998"/>
                </a:lnTo>
                <a:lnTo>
                  <a:pt x="5865" y="877"/>
                </a:lnTo>
                <a:lnTo>
                  <a:pt x="6206" y="779"/>
                </a:lnTo>
                <a:lnTo>
                  <a:pt x="6911" y="609"/>
                </a:lnTo>
                <a:lnTo>
                  <a:pt x="7203" y="560"/>
                </a:lnTo>
                <a:lnTo>
                  <a:pt x="7520" y="536"/>
                </a:lnTo>
                <a:lnTo>
                  <a:pt x="7812" y="487"/>
                </a:lnTo>
                <a:lnTo>
                  <a:pt x="8104" y="439"/>
                </a:lnTo>
                <a:close/>
                <a:moveTo>
                  <a:pt x="7690" y="1"/>
                </a:moveTo>
                <a:lnTo>
                  <a:pt x="7374" y="25"/>
                </a:lnTo>
                <a:lnTo>
                  <a:pt x="7057" y="74"/>
                </a:lnTo>
                <a:lnTo>
                  <a:pt x="6644" y="147"/>
                </a:lnTo>
                <a:lnTo>
                  <a:pt x="6206" y="244"/>
                </a:lnTo>
                <a:lnTo>
                  <a:pt x="5792" y="366"/>
                </a:lnTo>
                <a:lnTo>
                  <a:pt x="5403" y="512"/>
                </a:lnTo>
                <a:lnTo>
                  <a:pt x="5013" y="682"/>
                </a:lnTo>
                <a:lnTo>
                  <a:pt x="4624" y="852"/>
                </a:lnTo>
                <a:lnTo>
                  <a:pt x="4259" y="1047"/>
                </a:lnTo>
                <a:lnTo>
                  <a:pt x="3918" y="1266"/>
                </a:lnTo>
                <a:lnTo>
                  <a:pt x="3578" y="1485"/>
                </a:lnTo>
                <a:lnTo>
                  <a:pt x="3237" y="1752"/>
                </a:lnTo>
                <a:lnTo>
                  <a:pt x="2921" y="1996"/>
                </a:lnTo>
                <a:lnTo>
                  <a:pt x="2604" y="2288"/>
                </a:lnTo>
                <a:lnTo>
                  <a:pt x="2288" y="2580"/>
                </a:lnTo>
                <a:lnTo>
                  <a:pt x="1996" y="2896"/>
                </a:lnTo>
                <a:lnTo>
                  <a:pt x="1704" y="3237"/>
                </a:lnTo>
                <a:lnTo>
                  <a:pt x="1461" y="3577"/>
                </a:lnTo>
                <a:lnTo>
                  <a:pt x="1218" y="3942"/>
                </a:lnTo>
                <a:lnTo>
                  <a:pt x="999" y="4307"/>
                </a:lnTo>
                <a:lnTo>
                  <a:pt x="804" y="4697"/>
                </a:lnTo>
                <a:lnTo>
                  <a:pt x="634" y="5086"/>
                </a:lnTo>
                <a:lnTo>
                  <a:pt x="488" y="5500"/>
                </a:lnTo>
                <a:lnTo>
                  <a:pt x="342" y="5889"/>
                </a:lnTo>
                <a:lnTo>
                  <a:pt x="244" y="6303"/>
                </a:lnTo>
                <a:lnTo>
                  <a:pt x="147" y="6741"/>
                </a:lnTo>
                <a:lnTo>
                  <a:pt x="74" y="7154"/>
                </a:lnTo>
                <a:lnTo>
                  <a:pt x="25" y="7592"/>
                </a:lnTo>
                <a:lnTo>
                  <a:pt x="1" y="8030"/>
                </a:lnTo>
                <a:lnTo>
                  <a:pt x="1" y="8468"/>
                </a:lnTo>
                <a:lnTo>
                  <a:pt x="1" y="8906"/>
                </a:lnTo>
                <a:lnTo>
                  <a:pt x="50" y="9344"/>
                </a:lnTo>
                <a:lnTo>
                  <a:pt x="98" y="9782"/>
                </a:lnTo>
                <a:lnTo>
                  <a:pt x="196" y="10196"/>
                </a:lnTo>
                <a:lnTo>
                  <a:pt x="293" y="10609"/>
                </a:lnTo>
                <a:lnTo>
                  <a:pt x="439" y="11023"/>
                </a:lnTo>
                <a:lnTo>
                  <a:pt x="585" y="11412"/>
                </a:lnTo>
                <a:lnTo>
                  <a:pt x="755" y="11802"/>
                </a:lnTo>
                <a:lnTo>
                  <a:pt x="926" y="12167"/>
                </a:lnTo>
                <a:lnTo>
                  <a:pt x="1145" y="12532"/>
                </a:lnTo>
                <a:lnTo>
                  <a:pt x="1364" y="12897"/>
                </a:lnTo>
                <a:lnTo>
                  <a:pt x="1607" y="13237"/>
                </a:lnTo>
                <a:lnTo>
                  <a:pt x="1875" y="13578"/>
                </a:lnTo>
                <a:lnTo>
                  <a:pt x="2142" y="13870"/>
                </a:lnTo>
                <a:lnTo>
                  <a:pt x="2434" y="14186"/>
                </a:lnTo>
                <a:lnTo>
                  <a:pt x="2726" y="14478"/>
                </a:lnTo>
                <a:lnTo>
                  <a:pt x="3067" y="14746"/>
                </a:lnTo>
                <a:lnTo>
                  <a:pt x="3383" y="14989"/>
                </a:lnTo>
                <a:lnTo>
                  <a:pt x="3724" y="15233"/>
                </a:lnTo>
                <a:lnTo>
                  <a:pt x="4089" y="15452"/>
                </a:lnTo>
                <a:lnTo>
                  <a:pt x="4454" y="15671"/>
                </a:lnTo>
                <a:lnTo>
                  <a:pt x="4819" y="15841"/>
                </a:lnTo>
                <a:lnTo>
                  <a:pt x="5208" y="16011"/>
                </a:lnTo>
                <a:lnTo>
                  <a:pt x="5597" y="16182"/>
                </a:lnTo>
                <a:lnTo>
                  <a:pt x="6011" y="16303"/>
                </a:lnTo>
                <a:lnTo>
                  <a:pt x="6425" y="16401"/>
                </a:lnTo>
                <a:lnTo>
                  <a:pt x="6838" y="16498"/>
                </a:lnTo>
                <a:lnTo>
                  <a:pt x="7252" y="16571"/>
                </a:lnTo>
                <a:lnTo>
                  <a:pt x="7690" y="16620"/>
                </a:lnTo>
                <a:lnTo>
                  <a:pt x="8128" y="16644"/>
                </a:lnTo>
                <a:lnTo>
                  <a:pt x="8566" y="16644"/>
                </a:lnTo>
                <a:lnTo>
                  <a:pt x="9004" y="16620"/>
                </a:lnTo>
                <a:lnTo>
                  <a:pt x="9101" y="16571"/>
                </a:lnTo>
                <a:lnTo>
                  <a:pt x="9174" y="16522"/>
                </a:lnTo>
                <a:lnTo>
                  <a:pt x="9539" y="16498"/>
                </a:lnTo>
                <a:lnTo>
                  <a:pt x="9929" y="16425"/>
                </a:lnTo>
                <a:lnTo>
                  <a:pt x="10318" y="16303"/>
                </a:lnTo>
                <a:lnTo>
                  <a:pt x="10707" y="16182"/>
                </a:lnTo>
                <a:lnTo>
                  <a:pt x="11072" y="16011"/>
                </a:lnTo>
                <a:lnTo>
                  <a:pt x="11437" y="15841"/>
                </a:lnTo>
                <a:lnTo>
                  <a:pt x="12143" y="15500"/>
                </a:lnTo>
                <a:lnTo>
                  <a:pt x="12508" y="15306"/>
                </a:lnTo>
                <a:lnTo>
                  <a:pt x="12848" y="15087"/>
                </a:lnTo>
                <a:lnTo>
                  <a:pt x="13213" y="14868"/>
                </a:lnTo>
                <a:lnTo>
                  <a:pt x="13554" y="14624"/>
                </a:lnTo>
                <a:lnTo>
                  <a:pt x="13895" y="14381"/>
                </a:lnTo>
                <a:lnTo>
                  <a:pt x="14211" y="14138"/>
                </a:lnTo>
                <a:lnTo>
                  <a:pt x="14527" y="13846"/>
                </a:lnTo>
                <a:lnTo>
                  <a:pt x="14819" y="13578"/>
                </a:lnTo>
                <a:lnTo>
                  <a:pt x="15111" y="13262"/>
                </a:lnTo>
                <a:lnTo>
                  <a:pt x="15379" y="12945"/>
                </a:lnTo>
                <a:lnTo>
                  <a:pt x="15598" y="12605"/>
                </a:lnTo>
                <a:lnTo>
                  <a:pt x="15817" y="12240"/>
                </a:lnTo>
                <a:lnTo>
                  <a:pt x="15987" y="11875"/>
                </a:lnTo>
                <a:lnTo>
                  <a:pt x="16158" y="11485"/>
                </a:lnTo>
                <a:lnTo>
                  <a:pt x="16279" y="11096"/>
                </a:lnTo>
                <a:lnTo>
                  <a:pt x="16401" y="10682"/>
                </a:lnTo>
                <a:lnTo>
                  <a:pt x="16474" y="10269"/>
                </a:lnTo>
                <a:lnTo>
                  <a:pt x="16547" y="9855"/>
                </a:lnTo>
                <a:lnTo>
                  <a:pt x="16596" y="9442"/>
                </a:lnTo>
                <a:lnTo>
                  <a:pt x="16620" y="9028"/>
                </a:lnTo>
                <a:lnTo>
                  <a:pt x="16620" y="8614"/>
                </a:lnTo>
                <a:lnTo>
                  <a:pt x="16596" y="8176"/>
                </a:lnTo>
                <a:lnTo>
                  <a:pt x="16571" y="7787"/>
                </a:lnTo>
                <a:lnTo>
                  <a:pt x="16523" y="7373"/>
                </a:lnTo>
                <a:lnTo>
                  <a:pt x="16450" y="6960"/>
                </a:lnTo>
                <a:lnTo>
                  <a:pt x="16377" y="6570"/>
                </a:lnTo>
                <a:lnTo>
                  <a:pt x="16279" y="6181"/>
                </a:lnTo>
                <a:lnTo>
                  <a:pt x="16158" y="5792"/>
                </a:lnTo>
                <a:lnTo>
                  <a:pt x="16036" y="5402"/>
                </a:lnTo>
                <a:lnTo>
                  <a:pt x="15890" y="5037"/>
                </a:lnTo>
                <a:lnTo>
                  <a:pt x="15720" y="4672"/>
                </a:lnTo>
                <a:lnTo>
                  <a:pt x="15549" y="4332"/>
                </a:lnTo>
                <a:lnTo>
                  <a:pt x="15355" y="3991"/>
                </a:lnTo>
                <a:lnTo>
                  <a:pt x="15136" y="3650"/>
                </a:lnTo>
                <a:lnTo>
                  <a:pt x="14917" y="3334"/>
                </a:lnTo>
                <a:lnTo>
                  <a:pt x="14649" y="3018"/>
                </a:lnTo>
                <a:lnTo>
                  <a:pt x="14406" y="2701"/>
                </a:lnTo>
                <a:lnTo>
                  <a:pt x="14114" y="2434"/>
                </a:lnTo>
                <a:lnTo>
                  <a:pt x="13822" y="2142"/>
                </a:lnTo>
                <a:lnTo>
                  <a:pt x="13505" y="1874"/>
                </a:lnTo>
                <a:lnTo>
                  <a:pt x="13213" y="1680"/>
                </a:lnTo>
                <a:lnTo>
                  <a:pt x="12897" y="1461"/>
                </a:lnTo>
                <a:lnTo>
                  <a:pt x="12605" y="1266"/>
                </a:lnTo>
                <a:lnTo>
                  <a:pt x="12289" y="1096"/>
                </a:lnTo>
                <a:lnTo>
                  <a:pt x="11632" y="779"/>
                </a:lnTo>
                <a:lnTo>
                  <a:pt x="10950" y="536"/>
                </a:lnTo>
                <a:lnTo>
                  <a:pt x="10561" y="414"/>
                </a:lnTo>
                <a:lnTo>
                  <a:pt x="10172" y="293"/>
                </a:lnTo>
                <a:lnTo>
                  <a:pt x="9783" y="220"/>
                </a:lnTo>
                <a:lnTo>
                  <a:pt x="9369" y="147"/>
                </a:lnTo>
                <a:lnTo>
                  <a:pt x="8834" y="74"/>
                </a:lnTo>
                <a:lnTo>
                  <a:pt x="8542" y="49"/>
                </a:lnTo>
                <a:lnTo>
                  <a:pt x="8274" y="74"/>
                </a:lnTo>
                <a:lnTo>
                  <a:pt x="8128" y="25"/>
                </a:lnTo>
                <a:lnTo>
                  <a:pt x="7982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40;p39"/>
          <p:cNvSpPr/>
          <p:nvPr/>
        </p:nvSpPr>
        <p:spPr>
          <a:xfrm>
            <a:off x="2265601" y="3367870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9;p39"/>
          <p:cNvSpPr/>
          <p:nvPr/>
        </p:nvSpPr>
        <p:spPr>
          <a:xfrm>
            <a:off x="4748450" y="2784972"/>
            <a:ext cx="363230" cy="363755"/>
          </a:xfrm>
          <a:custGeom>
            <a:avLst/>
            <a:gdLst/>
            <a:ahLst/>
            <a:cxnLst/>
            <a:rect l="l" t="t" r="r" b="b"/>
            <a:pathLst>
              <a:path w="16620" h="16644" extrusionOk="0">
                <a:moveTo>
                  <a:pt x="11437" y="5767"/>
                </a:moveTo>
                <a:lnTo>
                  <a:pt x="11753" y="6132"/>
                </a:lnTo>
                <a:lnTo>
                  <a:pt x="12094" y="6522"/>
                </a:lnTo>
                <a:lnTo>
                  <a:pt x="11510" y="7179"/>
                </a:lnTo>
                <a:lnTo>
                  <a:pt x="11291" y="7008"/>
                </a:lnTo>
                <a:lnTo>
                  <a:pt x="11096" y="6862"/>
                </a:lnTo>
                <a:lnTo>
                  <a:pt x="10877" y="6668"/>
                </a:lnTo>
                <a:lnTo>
                  <a:pt x="10756" y="6570"/>
                </a:lnTo>
                <a:lnTo>
                  <a:pt x="10610" y="6497"/>
                </a:lnTo>
                <a:lnTo>
                  <a:pt x="10926" y="6230"/>
                </a:lnTo>
                <a:lnTo>
                  <a:pt x="10975" y="6303"/>
                </a:lnTo>
                <a:lnTo>
                  <a:pt x="11048" y="6400"/>
                </a:lnTo>
                <a:lnTo>
                  <a:pt x="11194" y="6546"/>
                </a:lnTo>
                <a:lnTo>
                  <a:pt x="11388" y="6789"/>
                </a:lnTo>
                <a:lnTo>
                  <a:pt x="11486" y="6887"/>
                </a:lnTo>
                <a:lnTo>
                  <a:pt x="11632" y="6960"/>
                </a:lnTo>
                <a:lnTo>
                  <a:pt x="11680" y="6960"/>
                </a:lnTo>
                <a:lnTo>
                  <a:pt x="11705" y="6911"/>
                </a:lnTo>
                <a:lnTo>
                  <a:pt x="11680" y="6765"/>
                </a:lnTo>
                <a:lnTo>
                  <a:pt x="11632" y="6619"/>
                </a:lnTo>
                <a:lnTo>
                  <a:pt x="11534" y="6522"/>
                </a:lnTo>
                <a:lnTo>
                  <a:pt x="11437" y="6400"/>
                </a:lnTo>
                <a:lnTo>
                  <a:pt x="11291" y="6205"/>
                </a:lnTo>
                <a:lnTo>
                  <a:pt x="11218" y="6108"/>
                </a:lnTo>
                <a:lnTo>
                  <a:pt x="11121" y="6059"/>
                </a:lnTo>
                <a:lnTo>
                  <a:pt x="11437" y="5767"/>
                </a:lnTo>
                <a:close/>
                <a:moveTo>
                  <a:pt x="10464" y="6643"/>
                </a:moveTo>
                <a:lnTo>
                  <a:pt x="10537" y="6765"/>
                </a:lnTo>
                <a:lnTo>
                  <a:pt x="10634" y="6887"/>
                </a:lnTo>
                <a:lnTo>
                  <a:pt x="10853" y="7106"/>
                </a:lnTo>
                <a:lnTo>
                  <a:pt x="11048" y="7300"/>
                </a:lnTo>
                <a:lnTo>
                  <a:pt x="11242" y="7495"/>
                </a:lnTo>
                <a:lnTo>
                  <a:pt x="11121" y="7641"/>
                </a:lnTo>
                <a:lnTo>
                  <a:pt x="10902" y="7446"/>
                </a:lnTo>
                <a:lnTo>
                  <a:pt x="10658" y="7276"/>
                </a:lnTo>
                <a:lnTo>
                  <a:pt x="10440" y="7057"/>
                </a:lnTo>
                <a:lnTo>
                  <a:pt x="10318" y="6960"/>
                </a:lnTo>
                <a:lnTo>
                  <a:pt x="10172" y="6887"/>
                </a:lnTo>
                <a:lnTo>
                  <a:pt x="10464" y="6643"/>
                </a:lnTo>
                <a:close/>
                <a:moveTo>
                  <a:pt x="10075" y="6984"/>
                </a:moveTo>
                <a:lnTo>
                  <a:pt x="10075" y="7057"/>
                </a:lnTo>
                <a:lnTo>
                  <a:pt x="10123" y="7130"/>
                </a:lnTo>
                <a:lnTo>
                  <a:pt x="10196" y="7276"/>
                </a:lnTo>
                <a:lnTo>
                  <a:pt x="10318" y="7398"/>
                </a:lnTo>
                <a:lnTo>
                  <a:pt x="10415" y="7519"/>
                </a:lnTo>
                <a:lnTo>
                  <a:pt x="10658" y="7714"/>
                </a:lnTo>
                <a:lnTo>
                  <a:pt x="10780" y="7811"/>
                </a:lnTo>
                <a:lnTo>
                  <a:pt x="10926" y="7909"/>
                </a:lnTo>
                <a:lnTo>
                  <a:pt x="10683" y="8176"/>
                </a:lnTo>
                <a:lnTo>
                  <a:pt x="10585" y="8055"/>
                </a:lnTo>
                <a:lnTo>
                  <a:pt x="10488" y="7957"/>
                </a:lnTo>
                <a:lnTo>
                  <a:pt x="10269" y="7787"/>
                </a:lnTo>
                <a:lnTo>
                  <a:pt x="10002" y="7519"/>
                </a:lnTo>
                <a:lnTo>
                  <a:pt x="9734" y="7276"/>
                </a:lnTo>
                <a:lnTo>
                  <a:pt x="10075" y="6984"/>
                </a:lnTo>
                <a:close/>
                <a:moveTo>
                  <a:pt x="9515" y="7495"/>
                </a:moveTo>
                <a:lnTo>
                  <a:pt x="9612" y="7617"/>
                </a:lnTo>
                <a:lnTo>
                  <a:pt x="9710" y="7738"/>
                </a:lnTo>
                <a:lnTo>
                  <a:pt x="9953" y="7957"/>
                </a:lnTo>
                <a:lnTo>
                  <a:pt x="10172" y="8201"/>
                </a:lnTo>
                <a:lnTo>
                  <a:pt x="10318" y="8347"/>
                </a:lnTo>
                <a:lnTo>
                  <a:pt x="10464" y="8444"/>
                </a:lnTo>
                <a:lnTo>
                  <a:pt x="10172" y="8809"/>
                </a:lnTo>
                <a:lnTo>
                  <a:pt x="9904" y="8468"/>
                </a:lnTo>
                <a:lnTo>
                  <a:pt x="9661" y="8176"/>
                </a:lnTo>
                <a:lnTo>
                  <a:pt x="9466" y="7933"/>
                </a:lnTo>
                <a:lnTo>
                  <a:pt x="9369" y="7811"/>
                </a:lnTo>
                <a:lnTo>
                  <a:pt x="9272" y="7714"/>
                </a:lnTo>
                <a:lnTo>
                  <a:pt x="9515" y="7495"/>
                </a:lnTo>
                <a:close/>
                <a:moveTo>
                  <a:pt x="9004" y="7933"/>
                </a:moveTo>
                <a:lnTo>
                  <a:pt x="9126" y="8128"/>
                </a:lnTo>
                <a:lnTo>
                  <a:pt x="9272" y="8298"/>
                </a:lnTo>
                <a:lnTo>
                  <a:pt x="9564" y="8663"/>
                </a:lnTo>
                <a:lnTo>
                  <a:pt x="9880" y="9028"/>
                </a:lnTo>
                <a:lnTo>
                  <a:pt x="9904" y="9077"/>
                </a:lnTo>
                <a:lnTo>
                  <a:pt x="9856" y="9125"/>
                </a:lnTo>
                <a:lnTo>
                  <a:pt x="9734" y="9271"/>
                </a:lnTo>
                <a:lnTo>
                  <a:pt x="9710" y="9198"/>
                </a:lnTo>
                <a:lnTo>
                  <a:pt x="9442" y="8858"/>
                </a:lnTo>
                <a:lnTo>
                  <a:pt x="9126" y="8517"/>
                </a:lnTo>
                <a:lnTo>
                  <a:pt x="8955" y="8322"/>
                </a:lnTo>
                <a:lnTo>
                  <a:pt x="8785" y="8152"/>
                </a:lnTo>
                <a:lnTo>
                  <a:pt x="9004" y="7933"/>
                </a:lnTo>
                <a:close/>
                <a:moveTo>
                  <a:pt x="8517" y="8371"/>
                </a:moveTo>
                <a:lnTo>
                  <a:pt x="8663" y="8590"/>
                </a:lnTo>
                <a:lnTo>
                  <a:pt x="8809" y="8785"/>
                </a:lnTo>
                <a:lnTo>
                  <a:pt x="9101" y="9150"/>
                </a:lnTo>
                <a:lnTo>
                  <a:pt x="9272" y="9320"/>
                </a:lnTo>
                <a:lnTo>
                  <a:pt x="9442" y="9466"/>
                </a:lnTo>
                <a:lnTo>
                  <a:pt x="9515" y="9490"/>
                </a:lnTo>
                <a:lnTo>
                  <a:pt x="9199" y="9806"/>
                </a:lnTo>
                <a:lnTo>
                  <a:pt x="9174" y="9709"/>
                </a:lnTo>
                <a:lnTo>
                  <a:pt x="9150" y="9612"/>
                </a:lnTo>
                <a:lnTo>
                  <a:pt x="9053" y="9442"/>
                </a:lnTo>
                <a:lnTo>
                  <a:pt x="8931" y="9271"/>
                </a:lnTo>
                <a:lnTo>
                  <a:pt x="8785" y="9125"/>
                </a:lnTo>
                <a:lnTo>
                  <a:pt x="8590" y="8833"/>
                </a:lnTo>
                <a:lnTo>
                  <a:pt x="8444" y="8663"/>
                </a:lnTo>
                <a:lnTo>
                  <a:pt x="8323" y="8541"/>
                </a:lnTo>
                <a:lnTo>
                  <a:pt x="8517" y="8371"/>
                </a:lnTo>
                <a:close/>
                <a:moveTo>
                  <a:pt x="5476" y="7787"/>
                </a:moveTo>
                <a:lnTo>
                  <a:pt x="5622" y="7982"/>
                </a:lnTo>
                <a:lnTo>
                  <a:pt x="5816" y="8176"/>
                </a:lnTo>
                <a:lnTo>
                  <a:pt x="6133" y="8444"/>
                </a:lnTo>
                <a:lnTo>
                  <a:pt x="6449" y="8736"/>
                </a:lnTo>
                <a:lnTo>
                  <a:pt x="6790" y="8979"/>
                </a:lnTo>
                <a:lnTo>
                  <a:pt x="6984" y="9125"/>
                </a:lnTo>
                <a:lnTo>
                  <a:pt x="7057" y="9174"/>
                </a:lnTo>
                <a:lnTo>
                  <a:pt x="7155" y="9198"/>
                </a:lnTo>
                <a:lnTo>
                  <a:pt x="7155" y="9247"/>
                </a:lnTo>
                <a:lnTo>
                  <a:pt x="7179" y="9296"/>
                </a:lnTo>
                <a:lnTo>
                  <a:pt x="7301" y="9296"/>
                </a:lnTo>
                <a:lnTo>
                  <a:pt x="7398" y="9271"/>
                </a:lnTo>
                <a:lnTo>
                  <a:pt x="7568" y="9198"/>
                </a:lnTo>
                <a:lnTo>
                  <a:pt x="7617" y="9344"/>
                </a:lnTo>
                <a:lnTo>
                  <a:pt x="7690" y="9490"/>
                </a:lnTo>
                <a:lnTo>
                  <a:pt x="7885" y="9758"/>
                </a:lnTo>
                <a:lnTo>
                  <a:pt x="8006" y="9952"/>
                </a:lnTo>
                <a:lnTo>
                  <a:pt x="8177" y="10098"/>
                </a:lnTo>
                <a:lnTo>
                  <a:pt x="8250" y="10171"/>
                </a:lnTo>
                <a:lnTo>
                  <a:pt x="8347" y="10220"/>
                </a:lnTo>
                <a:lnTo>
                  <a:pt x="8469" y="10269"/>
                </a:lnTo>
                <a:lnTo>
                  <a:pt x="8566" y="10293"/>
                </a:lnTo>
                <a:lnTo>
                  <a:pt x="8615" y="10269"/>
                </a:lnTo>
                <a:lnTo>
                  <a:pt x="8615" y="10244"/>
                </a:lnTo>
                <a:lnTo>
                  <a:pt x="8542" y="10074"/>
                </a:lnTo>
                <a:lnTo>
                  <a:pt x="8420" y="9904"/>
                </a:lnTo>
                <a:lnTo>
                  <a:pt x="8177" y="9636"/>
                </a:lnTo>
                <a:lnTo>
                  <a:pt x="8055" y="9490"/>
                </a:lnTo>
                <a:lnTo>
                  <a:pt x="7982" y="9344"/>
                </a:lnTo>
                <a:lnTo>
                  <a:pt x="7885" y="9174"/>
                </a:lnTo>
                <a:lnTo>
                  <a:pt x="7763" y="9052"/>
                </a:lnTo>
                <a:lnTo>
                  <a:pt x="8079" y="8760"/>
                </a:lnTo>
                <a:lnTo>
                  <a:pt x="8128" y="8906"/>
                </a:lnTo>
                <a:lnTo>
                  <a:pt x="8225" y="9028"/>
                </a:lnTo>
                <a:lnTo>
                  <a:pt x="8420" y="9271"/>
                </a:lnTo>
                <a:lnTo>
                  <a:pt x="8542" y="9466"/>
                </a:lnTo>
                <a:lnTo>
                  <a:pt x="8688" y="9661"/>
                </a:lnTo>
                <a:lnTo>
                  <a:pt x="8785" y="9758"/>
                </a:lnTo>
                <a:lnTo>
                  <a:pt x="8882" y="9831"/>
                </a:lnTo>
                <a:lnTo>
                  <a:pt x="8980" y="9879"/>
                </a:lnTo>
                <a:lnTo>
                  <a:pt x="9077" y="9928"/>
                </a:lnTo>
                <a:lnTo>
                  <a:pt x="8615" y="10366"/>
                </a:lnTo>
                <a:lnTo>
                  <a:pt x="8250" y="10682"/>
                </a:lnTo>
                <a:lnTo>
                  <a:pt x="8225" y="10634"/>
                </a:lnTo>
                <a:lnTo>
                  <a:pt x="8201" y="10585"/>
                </a:lnTo>
                <a:lnTo>
                  <a:pt x="8031" y="10366"/>
                </a:lnTo>
                <a:lnTo>
                  <a:pt x="7812" y="10171"/>
                </a:lnTo>
                <a:lnTo>
                  <a:pt x="7374" y="9782"/>
                </a:lnTo>
                <a:lnTo>
                  <a:pt x="6960" y="9393"/>
                </a:lnTo>
                <a:lnTo>
                  <a:pt x="6546" y="9004"/>
                </a:lnTo>
                <a:lnTo>
                  <a:pt x="5670" y="8225"/>
                </a:lnTo>
                <a:lnTo>
                  <a:pt x="5500" y="8079"/>
                </a:lnTo>
                <a:lnTo>
                  <a:pt x="5330" y="7933"/>
                </a:lnTo>
                <a:lnTo>
                  <a:pt x="5476" y="7787"/>
                </a:lnTo>
                <a:close/>
                <a:moveTo>
                  <a:pt x="5062" y="8152"/>
                </a:moveTo>
                <a:lnTo>
                  <a:pt x="5232" y="8322"/>
                </a:lnTo>
                <a:lnTo>
                  <a:pt x="5403" y="8493"/>
                </a:lnTo>
                <a:lnTo>
                  <a:pt x="6279" y="9271"/>
                </a:lnTo>
                <a:lnTo>
                  <a:pt x="6692" y="9636"/>
                </a:lnTo>
                <a:lnTo>
                  <a:pt x="7155" y="10025"/>
                </a:lnTo>
                <a:lnTo>
                  <a:pt x="7374" y="10220"/>
                </a:lnTo>
                <a:lnTo>
                  <a:pt x="7593" y="10415"/>
                </a:lnTo>
                <a:lnTo>
                  <a:pt x="7812" y="10609"/>
                </a:lnTo>
                <a:lnTo>
                  <a:pt x="8055" y="10780"/>
                </a:lnTo>
                <a:lnTo>
                  <a:pt x="8104" y="10804"/>
                </a:lnTo>
                <a:lnTo>
                  <a:pt x="7982" y="10901"/>
                </a:lnTo>
                <a:lnTo>
                  <a:pt x="6254" y="9466"/>
                </a:lnTo>
                <a:lnTo>
                  <a:pt x="5597" y="8882"/>
                </a:lnTo>
                <a:lnTo>
                  <a:pt x="5232" y="8590"/>
                </a:lnTo>
                <a:lnTo>
                  <a:pt x="5062" y="8468"/>
                </a:lnTo>
                <a:lnTo>
                  <a:pt x="4867" y="8347"/>
                </a:lnTo>
                <a:lnTo>
                  <a:pt x="5038" y="8176"/>
                </a:lnTo>
                <a:lnTo>
                  <a:pt x="5062" y="8152"/>
                </a:lnTo>
                <a:close/>
                <a:moveTo>
                  <a:pt x="4746" y="8493"/>
                </a:moveTo>
                <a:lnTo>
                  <a:pt x="4867" y="8663"/>
                </a:lnTo>
                <a:lnTo>
                  <a:pt x="5038" y="8809"/>
                </a:lnTo>
                <a:lnTo>
                  <a:pt x="5378" y="9101"/>
                </a:lnTo>
                <a:lnTo>
                  <a:pt x="6060" y="9636"/>
                </a:lnTo>
                <a:lnTo>
                  <a:pt x="7787" y="11072"/>
                </a:lnTo>
                <a:lnTo>
                  <a:pt x="7617" y="11218"/>
                </a:lnTo>
                <a:lnTo>
                  <a:pt x="7398" y="11047"/>
                </a:lnTo>
                <a:lnTo>
                  <a:pt x="7155" y="10877"/>
                </a:lnTo>
                <a:lnTo>
                  <a:pt x="6911" y="10707"/>
                </a:lnTo>
                <a:lnTo>
                  <a:pt x="6668" y="10536"/>
                </a:lnTo>
                <a:lnTo>
                  <a:pt x="6181" y="10123"/>
                </a:lnTo>
                <a:lnTo>
                  <a:pt x="5719" y="9709"/>
                </a:lnTo>
                <a:lnTo>
                  <a:pt x="5281" y="9247"/>
                </a:lnTo>
                <a:lnTo>
                  <a:pt x="4867" y="8760"/>
                </a:lnTo>
                <a:lnTo>
                  <a:pt x="4770" y="8663"/>
                </a:lnTo>
                <a:lnTo>
                  <a:pt x="4673" y="8566"/>
                </a:lnTo>
                <a:lnTo>
                  <a:pt x="4746" y="8493"/>
                </a:lnTo>
                <a:close/>
                <a:moveTo>
                  <a:pt x="11437" y="5256"/>
                </a:moveTo>
                <a:lnTo>
                  <a:pt x="11364" y="5281"/>
                </a:lnTo>
                <a:lnTo>
                  <a:pt x="11315" y="5305"/>
                </a:lnTo>
                <a:lnTo>
                  <a:pt x="11218" y="5354"/>
                </a:lnTo>
                <a:lnTo>
                  <a:pt x="10075" y="6376"/>
                </a:lnTo>
                <a:lnTo>
                  <a:pt x="8931" y="7422"/>
                </a:lnTo>
                <a:lnTo>
                  <a:pt x="8347" y="7933"/>
                </a:lnTo>
                <a:lnTo>
                  <a:pt x="7787" y="8468"/>
                </a:lnTo>
                <a:lnTo>
                  <a:pt x="7544" y="8663"/>
                </a:lnTo>
                <a:lnTo>
                  <a:pt x="7325" y="8882"/>
                </a:lnTo>
                <a:lnTo>
                  <a:pt x="7228" y="8785"/>
                </a:lnTo>
                <a:lnTo>
                  <a:pt x="7106" y="8712"/>
                </a:lnTo>
                <a:lnTo>
                  <a:pt x="6717" y="8395"/>
                </a:lnTo>
                <a:lnTo>
                  <a:pt x="6327" y="8079"/>
                </a:lnTo>
                <a:lnTo>
                  <a:pt x="6011" y="7763"/>
                </a:lnTo>
                <a:lnTo>
                  <a:pt x="5768" y="7568"/>
                </a:lnTo>
                <a:lnTo>
                  <a:pt x="5670" y="7495"/>
                </a:lnTo>
                <a:lnTo>
                  <a:pt x="5573" y="7446"/>
                </a:lnTo>
                <a:lnTo>
                  <a:pt x="5524" y="7422"/>
                </a:lnTo>
                <a:lnTo>
                  <a:pt x="5427" y="7373"/>
                </a:lnTo>
                <a:lnTo>
                  <a:pt x="5330" y="7373"/>
                </a:lnTo>
                <a:lnTo>
                  <a:pt x="5232" y="7398"/>
                </a:lnTo>
                <a:lnTo>
                  <a:pt x="5135" y="7446"/>
                </a:lnTo>
                <a:lnTo>
                  <a:pt x="4940" y="7568"/>
                </a:lnTo>
                <a:lnTo>
                  <a:pt x="4794" y="7690"/>
                </a:lnTo>
                <a:lnTo>
                  <a:pt x="4575" y="7860"/>
                </a:lnTo>
                <a:lnTo>
                  <a:pt x="4381" y="8030"/>
                </a:lnTo>
                <a:lnTo>
                  <a:pt x="4283" y="8152"/>
                </a:lnTo>
                <a:lnTo>
                  <a:pt x="4210" y="8249"/>
                </a:lnTo>
                <a:lnTo>
                  <a:pt x="4162" y="8371"/>
                </a:lnTo>
                <a:lnTo>
                  <a:pt x="4137" y="8493"/>
                </a:lnTo>
                <a:lnTo>
                  <a:pt x="4162" y="8566"/>
                </a:lnTo>
                <a:lnTo>
                  <a:pt x="4210" y="8639"/>
                </a:lnTo>
                <a:lnTo>
                  <a:pt x="4259" y="8687"/>
                </a:lnTo>
                <a:lnTo>
                  <a:pt x="4332" y="8712"/>
                </a:lnTo>
                <a:lnTo>
                  <a:pt x="4356" y="8809"/>
                </a:lnTo>
                <a:lnTo>
                  <a:pt x="4405" y="8906"/>
                </a:lnTo>
                <a:lnTo>
                  <a:pt x="4478" y="9028"/>
                </a:lnTo>
                <a:lnTo>
                  <a:pt x="4551" y="9150"/>
                </a:lnTo>
                <a:lnTo>
                  <a:pt x="4721" y="9344"/>
                </a:lnTo>
                <a:lnTo>
                  <a:pt x="4940" y="9588"/>
                </a:lnTo>
                <a:lnTo>
                  <a:pt x="5135" y="9831"/>
                </a:lnTo>
                <a:lnTo>
                  <a:pt x="5597" y="10269"/>
                </a:lnTo>
                <a:lnTo>
                  <a:pt x="5987" y="10634"/>
                </a:lnTo>
                <a:lnTo>
                  <a:pt x="6425" y="10999"/>
                </a:lnTo>
                <a:lnTo>
                  <a:pt x="6668" y="11169"/>
                </a:lnTo>
                <a:lnTo>
                  <a:pt x="6887" y="11315"/>
                </a:lnTo>
                <a:lnTo>
                  <a:pt x="7130" y="11461"/>
                </a:lnTo>
                <a:lnTo>
                  <a:pt x="7374" y="11583"/>
                </a:lnTo>
                <a:lnTo>
                  <a:pt x="7349" y="11607"/>
                </a:lnTo>
                <a:lnTo>
                  <a:pt x="7349" y="11680"/>
                </a:lnTo>
                <a:lnTo>
                  <a:pt x="7374" y="11753"/>
                </a:lnTo>
                <a:lnTo>
                  <a:pt x="7422" y="11777"/>
                </a:lnTo>
                <a:lnTo>
                  <a:pt x="7495" y="11777"/>
                </a:lnTo>
                <a:lnTo>
                  <a:pt x="7666" y="11729"/>
                </a:lnTo>
                <a:lnTo>
                  <a:pt x="7836" y="11631"/>
                </a:lnTo>
                <a:lnTo>
                  <a:pt x="7982" y="11534"/>
                </a:lnTo>
                <a:lnTo>
                  <a:pt x="8128" y="11412"/>
                </a:lnTo>
                <a:lnTo>
                  <a:pt x="8420" y="11145"/>
                </a:lnTo>
                <a:lnTo>
                  <a:pt x="8663" y="10901"/>
                </a:lnTo>
                <a:lnTo>
                  <a:pt x="9369" y="10244"/>
                </a:lnTo>
                <a:lnTo>
                  <a:pt x="10050" y="9563"/>
                </a:lnTo>
                <a:lnTo>
                  <a:pt x="10658" y="8955"/>
                </a:lnTo>
                <a:lnTo>
                  <a:pt x="11291" y="8298"/>
                </a:lnTo>
                <a:lnTo>
                  <a:pt x="11875" y="7617"/>
                </a:lnTo>
                <a:lnTo>
                  <a:pt x="12143" y="7276"/>
                </a:lnTo>
                <a:lnTo>
                  <a:pt x="12410" y="6911"/>
                </a:lnTo>
                <a:lnTo>
                  <a:pt x="12483" y="6960"/>
                </a:lnTo>
                <a:lnTo>
                  <a:pt x="12556" y="6984"/>
                </a:lnTo>
                <a:lnTo>
                  <a:pt x="12654" y="6984"/>
                </a:lnTo>
                <a:lnTo>
                  <a:pt x="12727" y="6935"/>
                </a:lnTo>
                <a:lnTo>
                  <a:pt x="12775" y="6887"/>
                </a:lnTo>
                <a:lnTo>
                  <a:pt x="12824" y="6814"/>
                </a:lnTo>
                <a:lnTo>
                  <a:pt x="12824" y="6741"/>
                </a:lnTo>
                <a:lnTo>
                  <a:pt x="12775" y="6643"/>
                </a:lnTo>
                <a:lnTo>
                  <a:pt x="12532" y="6327"/>
                </a:lnTo>
                <a:lnTo>
                  <a:pt x="12240" y="6011"/>
                </a:lnTo>
                <a:lnTo>
                  <a:pt x="11924" y="5646"/>
                </a:lnTo>
                <a:lnTo>
                  <a:pt x="11778" y="5475"/>
                </a:lnTo>
                <a:lnTo>
                  <a:pt x="11583" y="5305"/>
                </a:lnTo>
                <a:lnTo>
                  <a:pt x="11510" y="5256"/>
                </a:lnTo>
                <a:close/>
                <a:moveTo>
                  <a:pt x="8104" y="439"/>
                </a:moveTo>
                <a:lnTo>
                  <a:pt x="8371" y="487"/>
                </a:lnTo>
                <a:lnTo>
                  <a:pt x="8663" y="536"/>
                </a:lnTo>
                <a:lnTo>
                  <a:pt x="9247" y="585"/>
                </a:lnTo>
                <a:lnTo>
                  <a:pt x="9588" y="633"/>
                </a:lnTo>
                <a:lnTo>
                  <a:pt x="9904" y="706"/>
                </a:lnTo>
                <a:lnTo>
                  <a:pt x="10537" y="877"/>
                </a:lnTo>
                <a:lnTo>
                  <a:pt x="10877" y="998"/>
                </a:lnTo>
                <a:lnTo>
                  <a:pt x="11218" y="1120"/>
                </a:lnTo>
                <a:lnTo>
                  <a:pt x="11559" y="1266"/>
                </a:lnTo>
                <a:lnTo>
                  <a:pt x="11875" y="1412"/>
                </a:lnTo>
                <a:lnTo>
                  <a:pt x="12191" y="1582"/>
                </a:lnTo>
                <a:lnTo>
                  <a:pt x="12508" y="1752"/>
                </a:lnTo>
                <a:lnTo>
                  <a:pt x="13116" y="2166"/>
                </a:lnTo>
                <a:lnTo>
                  <a:pt x="13408" y="2385"/>
                </a:lnTo>
                <a:lnTo>
                  <a:pt x="13700" y="2628"/>
                </a:lnTo>
                <a:lnTo>
                  <a:pt x="13968" y="2896"/>
                </a:lnTo>
                <a:lnTo>
                  <a:pt x="14235" y="3188"/>
                </a:lnTo>
                <a:lnTo>
                  <a:pt x="14479" y="3456"/>
                </a:lnTo>
                <a:lnTo>
                  <a:pt x="14698" y="3772"/>
                </a:lnTo>
                <a:lnTo>
                  <a:pt x="14917" y="4088"/>
                </a:lnTo>
                <a:lnTo>
                  <a:pt x="15111" y="4405"/>
                </a:lnTo>
                <a:lnTo>
                  <a:pt x="15282" y="4745"/>
                </a:lnTo>
                <a:lnTo>
                  <a:pt x="15452" y="5086"/>
                </a:lnTo>
                <a:lnTo>
                  <a:pt x="15574" y="5427"/>
                </a:lnTo>
                <a:lnTo>
                  <a:pt x="15720" y="5792"/>
                </a:lnTo>
                <a:lnTo>
                  <a:pt x="15817" y="6157"/>
                </a:lnTo>
                <a:lnTo>
                  <a:pt x="15914" y="6522"/>
                </a:lnTo>
                <a:lnTo>
                  <a:pt x="15987" y="6887"/>
                </a:lnTo>
                <a:lnTo>
                  <a:pt x="16036" y="7276"/>
                </a:lnTo>
                <a:lnTo>
                  <a:pt x="16109" y="8079"/>
                </a:lnTo>
                <a:lnTo>
                  <a:pt x="16109" y="8468"/>
                </a:lnTo>
                <a:lnTo>
                  <a:pt x="16109" y="8858"/>
                </a:lnTo>
                <a:lnTo>
                  <a:pt x="16085" y="9271"/>
                </a:lnTo>
                <a:lnTo>
                  <a:pt x="16060" y="9661"/>
                </a:lnTo>
                <a:lnTo>
                  <a:pt x="15987" y="10050"/>
                </a:lnTo>
                <a:lnTo>
                  <a:pt x="15914" y="10439"/>
                </a:lnTo>
                <a:lnTo>
                  <a:pt x="15817" y="10828"/>
                </a:lnTo>
                <a:lnTo>
                  <a:pt x="15695" y="11193"/>
                </a:lnTo>
                <a:lnTo>
                  <a:pt x="15549" y="11558"/>
                </a:lnTo>
                <a:lnTo>
                  <a:pt x="15379" y="11899"/>
                </a:lnTo>
                <a:lnTo>
                  <a:pt x="15184" y="12240"/>
                </a:lnTo>
                <a:lnTo>
                  <a:pt x="14965" y="12580"/>
                </a:lnTo>
                <a:lnTo>
                  <a:pt x="14722" y="12872"/>
                </a:lnTo>
                <a:lnTo>
                  <a:pt x="14430" y="13189"/>
                </a:lnTo>
                <a:lnTo>
                  <a:pt x="14138" y="13456"/>
                </a:lnTo>
                <a:lnTo>
                  <a:pt x="13846" y="13700"/>
                </a:lnTo>
                <a:lnTo>
                  <a:pt x="13530" y="13943"/>
                </a:lnTo>
                <a:lnTo>
                  <a:pt x="13213" y="14186"/>
                </a:lnTo>
                <a:lnTo>
                  <a:pt x="12532" y="14624"/>
                </a:lnTo>
                <a:lnTo>
                  <a:pt x="11851" y="15014"/>
                </a:lnTo>
                <a:lnTo>
                  <a:pt x="11510" y="15184"/>
                </a:lnTo>
                <a:lnTo>
                  <a:pt x="11145" y="15330"/>
                </a:lnTo>
                <a:lnTo>
                  <a:pt x="10415" y="15622"/>
                </a:lnTo>
                <a:lnTo>
                  <a:pt x="10050" y="15744"/>
                </a:lnTo>
                <a:lnTo>
                  <a:pt x="9685" y="15841"/>
                </a:lnTo>
                <a:lnTo>
                  <a:pt x="9320" y="15963"/>
                </a:lnTo>
                <a:lnTo>
                  <a:pt x="8980" y="16109"/>
                </a:lnTo>
                <a:lnTo>
                  <a:pt x="8907" y="16157"/>
                </a:lnTo>
                <a:lnTo>
                  <a:pt x="8882" y="16230"/>
                </a:lnTo>
                <a:lnTo>
                  <a:pt x="8104" y="16230"/>
                </a:lnTo>
                <a:lnTo>
                  <a:pt x="7739" y="16206"/>
                </a:lnTo>
                <a:lnTo>
                  <a:pt x="7349" y="16157"/>
                </a:lnTo>
                <a:lnTo>
                  <a:pt x="6984" y="16109"/>
                </a:lnTo>
                <a:lnTo>
                  <a:pt x="6619" y="16011"/>
                </a:lnTo>
                <a:lnTo>
                  <a:pt x="6254" y="15914"/>
                </a:lnTo>
                <a:lnTo>
                  <a:pt x="5889" y="15817"/>
                </a:lnTo>
                <a:lnTo>
                  <a:pt x="5524" y="15695"/>
                </a:lnTo>
                <a:lnTo>
                  <a:pt x="5184" y="15549"/>
                </a:lnTo>
                <a:lnTo>
                  <a:pt x="4843" y="15379"/>
                </a:lnTo>
                <a:lnTo>
                  <a:pt x="4502" y="15208"/>
                </a:lnTo>
                <a:lnTo>
                  <a:pt x="4162" y="15014"/>
                </a:lnTo>
                <a:lnTo>
                  <a:pt x="3845" y="14795"/>
                </a:lnTo>
                <a:lnTo>
                  <a:pt x="3553" y="14576"/>
                </a:lnTo>
                <a:lnTo>
                  <a:pt x="3237" y="14357"/>
                </a:lnTo>
                <a:lnTo>
                  <a:pt x="2921" y="14065"/>
                </a:lnTo>
                <a:lnTo>
                  <a:pt x="2629" y="13797"/>
                </a:lnTo>
                <a:lnTo>
                  <a:pt x="2361" y="13481"/>
                </a:lnTo>
                <a:lnTo>
                  <a:pt x="2094" y="13164"/>
                </a:lnTo>
                <a:lnTo>
                  <a:pt x="1850" y="12824"/>
                </a:lnTo>
                <a:lnTo>
                  <a:pt x="1631" y="12483"/>
                </a:lnTo>
                <a:lnTo>
                  <a:pt x="1437" y="12142"/>
                </a:lnTo>
                <a:lnTo>
                  <a:pt x="1242" y="11777"/>
                </a:lnTo>
                <a:lnTo>
                  <a:pt x="1096" y="11412"/>
                </a:lnTo>
                <a:lnTo>
                  <a:pt x="950" y="11023"/>
                </a:lnTo>
                <a:lnTo>
                  <a:pt x="804" y="10634"/>
                </a:lnTo>
                <a:lnTo>
                  <a:pt x="707" y="10244"/>
                </a:lnTo>
                <a:lnTo>
                  <a:pt x="609" y="9831"/>
                </a:lnTo>
                <a:lnTo>
                  <a:pt x="561" y="9442"/>
                </a:lnTo>
                <a:lnTo>
                  <a:pt x="512" y="9028"/>
                </a:lnTo>
                <a:lnTo>
                  <a:pt x="463" y="8614"/>
                </a:lnTo>
                <a:lnTo>
                  <a:pt x="463" y="8201"/>
                </a:lnTo>
                <a:lnTo>
                  <a:pt x="488" y="7787"/>
                </a:lnTo>
                <a:lnTo>
                  <a:pt x="512" y="7373"/>
                </a:lnTo>
                <a:lnTo>
                  <a:pt x="585" y="6960"/>
                </a:lnTo>
                <a:lnTo>
                  <a:pt x="658" y="6570"/>
                </a:lnTo>
                <a:lnTo>
                  <a:pt x="755" y="6181"/>
                </a:lnTo>
                <a:lnTo>
                  <a:pt x="877" y="5792"/>
                </a:lnTo>
                <a:lnTo>
                  <a:pt x="1023" y="5402"/>
                </a:lnTo>
                <a:lnTo>
                  <a:pt x="1169" y="5037"/>
                </a:lnTo>
                <a:lnTo>
                  <a:pt x="1364" y="4672"/>
                </a:lnTo>
                <a:lnTo>
                  <a:pt x="1558" y="4307"/>
                </a:lnTo>
                <a:lnTo>
                  <a:pt x="1777" y="3967"/>
                </a:lnTo>
                <a:lnTo>
                  <a:pt x="1996" y="3626"/>
                </a:lnTo>
                <a:lnTo>
                  <a:pt x="2264" y="3310"/>
                </a:lnTo>
                <a:lnTo>
                  <a:pt x="2532" y="2993"/>
                </a:lnTo>
                <a:lnTo>
                  <a:pt x="2823" y="2701"/>
                </a:lnTo>
                <a:lnTo>
                  <a:pt x="3115" y="2434"/>
                </a:lnTo>
                <a:lnTo>
                  <a:pt x="3432" y="2190"/>
                </a:lnTo>
                <a:lnTo>
                  <a:pt x="3748" y="1947"/>
                </a:lnTo>
                <a:lnTo>
                  <a:pt x="4089" y="1728"/>
                </a:lnTo>
                <a:lnTo>
                  <a:pt x="4429" y="1509"/>
                </a:lnTo>
                <a:lnTo>
                  <a:pt x="4794" y="1339"/>
                </a:lnTo>
                <a:lnTo>
                  <a:pt x="5159" y="1169"/>
                </a:lnTo>
                <a:lnTo>
                  <a:pt x="5524" y="998"/>
                </a:lnTo>
                <a:lnTo>
                  <a:pt x="5865" y="877"/>
                </a:lnTo>
                <a:lnTo>
                  <a:pt x="6206" y="779"/>
                </a:lnTo>
                <a:lnTo>
                  <a:pt x="6911" y="609"/>
                </a:lnTo>
                <a:lnTo>
                  <a:pt x="7203" y="560"/>
                </a:lnTo>
                <a:lnTo>
                  <a:pt x="7520" y="536"/>
                </a:lnTo>
                <a:lnTo>
                  <a:pt x="7812" y="487"/>
                </a:lnTo>
                <a:lnTo>
                  <a:pt x="8104" y="439"/>
                </a:lnTo>
                <a:close/>
                <a:moveTo>
                  <a:pt x="7690" y="1"/>
                </a:moveTo>
                <a:lnTo>
                  <a:pt x="7374" y="25"/>
                </a:lnTo>
                <a:lnTo>
                  <a:pt x="7057" y="74"/>
                </a:lnTo>
                <a:lnTo>
                  <a:pt x="6644" y="147"/>
                </a:lnTo>
                <a:lnTo>
                  <a:pt x="6206" y="244"/>
                </a:lnTo>
                <a:lnTo>
                  <a:pt x="5792" y="366"/>
                </a:lnTo>
                <a:lnTo>
                  <a:pt x="5403" y="512"/>
                </a:lnTo>
                <a:lnTo>
                  <a:pt x="5013" y="682"/>
                </a:lnTo>
                <a:lnTo>
                  <a:pt x="4624" y="852"/>
                </a:lnTo>
                <a:lnTo>
                  <a:pt x="4259" y="1047"/>
                </a:lnTo>
                <a:lnTo>
                  <a:pt x="3918" y="1266"/>
                </a:lnTo>
                <a:lnTo>
                  <a:pt x="3578" y="1485"/>
                </a:lnTo>
                <a:lnTo>
                  <a:pt x="3237" y="1752"/>
                </a:lnTo>
                <a:lnTo>
                  <a:pt x="2921" y="1996"/>
                </a:lnTo>
                <a:lnTo>
                  <a:pt x="2604" y="2288"/>
                </a:lnTo>
                <a:lnTo>
                  <a:pt x="2288" y="2580"/>
                </a:lnTo>
                <a:lnTo>
                  <a:pt x="1996" y="2896"/>
                </a:lnTo>
                <a:lnTo>
                  <a:pt x="1704" y="3237"/>
                </a:lnTo>
                <a:lnTo>
                  <a:pt x="1461" y="3577"/>
                </a:lnTo>
                <a:lnTo>
                  <a:pt x="1218" y="3942"/>
                </a:lnTo>
                <a:lnTo>
                  <a:pt x="999" y="4307"/>
                </a:lnTo>
                <a:lnTo>
                  <a:pt x="804" y="4697"/>
                </a:lnTo>
                <a:lnTo>
                  <a:pt x="634" y="5086"/>
                </a:lnTo>
                <a:lnTo>
                  <a:pt x="488" y="5500"/>
                </a:lnTo>
                <a:lnTo>
                  <a:pt x="342" y="5889"/>
                </a:lnTo>
                <a:lnTo>
                  <a:pt x="244" y="6303"/>
                </a:lnTo>
                <a:lnTo>
                  <a:pt x="147" y="6741"/>
                </a:lnTo>
                <a:lnTo>
                  <a:pt x="74" y="7154"/>
                </a:lnTo>
                <a:lnTo>
                  <a:pt x="25" y="7592"/>
                </a:lnTo>
                <a:lnTo>
                  <a:pt x="1" y="8030"/>
                </a:lnTo>
                <a:lnTo>
                  <a:pt x="1" y="8468"/>
                </a:lnTo>
                <a:lnTo>
                  <a:pt x="1" y="8906"/>
                </a:lnTo>
                <a:lnTo>
                  <a:pt x="50" y="9344"/>
                </a:lnTo>
                <a:lnTo>
                  <a:pt x="98" y="9782"/>
                </a:lnTo>
                <a:lnTo>
                  <a:pt x="196" y="10196"/>
                </a:lnTo>
                <a:lnTo>
                  <a:pt x="293" y="10609"/>
                </a:lnTo>
                <a:lnTo>
                  <a:pt x="439" y="11023"/>
                </a:lnTo>
                <a:lnTo>
                  <a:pt x="585" y="11412"/>
                </a:lnTo>
                <a:lnTo>
                  <a:pt x="755" y="11802"/>
                </a:lnTo>
                <a:lnTo>
                  <a:pt x="926" y="12167"/>
                </a:lnTo>
                <a:lnTo>
                  <a:pt x="1145" y="12532"/>
                </a:lnTo>
                <a:lnTo>
                  <a:pt x="1364" y="12897"/>
                </a:lnTo>
                <a:lnTo>
                  <a:pt x="1607" y="13237"/>
                </a:lnTo>
                <a:lnTo>
                  <a:pt x="1875" y="13578"/>
                </a:lnTo>
                <a:lnTo>
                  <a:pt x="2142" y="13870"/>
                </a:lnTo>
                <a:lnTo>
                  <a:pt x="2434" y="14186"/>
                </a:lnTo>
                <a:lnTo>
                  <a:pt x="2726" y="14478"/>
                </a:lnTo>
                <a:lnTo>
                  <a:pt x="3067" y="14746"/>
                </a:lnTo>
                <a:lnTo>
                  <a:pt x="3383" y="14989"/>
                </a:lnTo>
                <a:lnTo>
                  <a:pt x="3724" y="15233"/>
                </a:lnTo>
                <a:lnTo>
                  <a:pt x="4089" y="15452"/>
                </a:lnTo>
                <a:lnTo>
                  <a:pt x="4454" y="15671"/>
                </a:lnTo>
                <a:lnTo>
                  <a:pt x="4819" y="15841"/>
                </a:lnTo>
                <a:lnTo>
                  <a:pt x="5208" y="16011"/>
                </a:lnTo>
                <a:lnTo>
                  <a:pt x="5597" y="16182"/>
                </a:lnTo>
                <a:lnTo>
                  <a:pt x="6011" y="16303"/>
                </a:lnTo>
                <a:lnTo>
                  <a:pt x="6425" y="16401"/>
                </a:lnTo>
                <a:lnTo>
                  <a:pt x="6838" y="16498"/>
                </a:lnTo>
                <a:lnTo>
                  <a:pt x="7252" y="16571"/>
                </a:lnTo>
                <a:lnTo>
                  <a:pt x="7690" y="16620"/>
                </a:lnTo>
                <a:lnTo>
                  <a:pt x="8128" y="16644"/>
                </a:lnTo>
                <a:lnTo>
                  <a:pt x="8566" y="16644"/>
                </a:lnTo>
                <a:lnTo>
                  <a:pt x="9004" y="16620"/>
                </a:lnTo>
                <a:lnTo>
                  <a:pt x="9101" y="16571"/>
                </a:lnTo>
                <a:lnTo>
                  <a:pt x="9174" y="16522"/>
                </a:lnTo>
                <a:lnTo>
                  <a:pt x="9539" y="16498"/>
                </a:lnTo>
                <a:lnTo>
                  <a:pt x="9929" y="16425"/>
                </a:lnTo>
                <a:lnTo>
                  <a:pt x="10318" y="16303"/>
                </a:lnTo>
                <a:lnTo>
                  <a:pt x="10707" y="16182"/>
                </a:lnTo>
                <a:lnTo>
                  <a:pt x="11072" y="16011"/>
                </a:lnTo>
                <a:lnTo>
                  <a:pt x="11437" y="15841"/>
                </a:lnTo>
                <a:lnTo>
                  <a:pt x="12143" y="15500"/>
                </a:lnTo>
                <a:lnTo>
                  <a:pt x="12508" y="15306"/>
                </a:lnTo>
                <a:lnTo>
                  <a:pt x="12848" y="15087"/>
                </a:lnTo>
                <a:lnTo>
                  <a:pt x="13213" y="14868"/>
                </a:lnTo>
                <a:lnTo>
                  <a:pt x="13554" y="14624"/>
                </a:lnTo>
                <a:lnTo>
                  <a:pt x="13895" y="14381"/>
                </a:lnTo>
                <a:lnTo>
                  <a:pt x="14211" y="14138"/>
                </a:lnTo>
                <a:lnTo>
                  <a:pt x="14527" y="13846"/>
                </a:lnTo>
                <a:lnTo>
                  <a:pt x="14819" y="13578"/>
                </a:lnTo>
                <a:lnTo>
                  <a:pt x="15111" y="13262"/>
                </a:lnTo>
                <a:lnTo>
                  <a:pt x="15379" y="12945"/>
                </a:lnTo>
                <a:lnTo>
                  <a:pt x="15598" y="12605"/>
                </a:lnTo>
                <a:lnTo>
                  <a:pt x="15817" y="12240"/>
                </a:lnTo>
                <a:lnTo>
                  <a:pt x="15987" y="11875"/>
                </a:lnTo>
                <a:lnTo>
                  <a:pt x="16158" y="11485"/>
                </a:lnTo>
                <a:lnTo>
                  <a:pt x="16279" y="11096"/>
                </a:lnTo>
                <a:lnTo>
                  <a:pt x="16401" y="10682"/>
                </a:lnTo>
                <a:lnTo>
                  <a:pt x="16474" y="10269"/>
                </a:lnTo>
                <a:lnTo>
                  <a:pt x="16547" y="9855"/>
                </a:lnTo>
                <a:lnTo>
                  <a:pt x="16596" y="9442"/>
                </a:lnTo>
                <a:lnTo>
                  <a:pt x="16620" y="9028"/>
                </a:lnTo>
                <a:lnTo>
                  <a:pt x="16620" y="8614"/>
                </a:lnTo>
                <a:lnTo>
                  <a:pt x="16596" y="8176"/>
                </a:lnTo>
                <a:lnTo>
                  <a:pt x="16571" y="7787"/>
                </a:lnTo>
                <a:lnTo>
                  <a:pt x="16523" y="7373"/>
                </a:lnTo>
                <a:lnTo>
                  <a:pt x="16450" y="6960"/>
                </a:lnTo>
                <a:lnTo>
                  <a:pt x="16377" y="6570"/>
                </a:lnTo>
                <a:lnTo>
                  <a:pt x="16279" y="6181"/>
                </a:lnTo>
                <a:lnTo>
                  <a:pt x="16158" y="5792"/>
                </a:lnTo>
                <a:lnTo>
                  <a:pt x="16036" y="5402"/>
                </a:lnTo>
                <a:lnTo>
                  <a:pt x="15890" y="5037"/>
                </a:lnTo>
                <a:lnTo>
                  <a:pt x="15720" y="4672"/>
                </a:lnTo>
                <a:lnTo>
                  <a:pt x="15549" y="4332"/>
                </a:lnTo>
                <a:lnTo>
                  <a:pt x="15355" y="3991"/>
                </a:lnTo>
                <a:lnTo>
                  <a:pt x="15136" y="3650"/>
                </a:lnTo>
                <a:lnTo>
                  <a:pt x="14917" y="3334"/>
                </a:lnTo>
                <a:lnTo>
                  <a:pt x="14649" y="3018"/>
                </a:lnTo>
                <a:lnTo>
                  <a:pt x="14406" y="2701"/>
                </a:lnTo>
                <a:lnTo>
                  <a:pt x="14114" y="2434"/>
                </a:lnTo>
                <a:lnTo>
                  <a:pt x="13822" y="2142"/>
                </a:lnTo>
                <a:lnTo>
                  <a:pt x="13505" y="1874"/>
                </a:lnTo>
                <a:lnTo>
                  <a:pt x="13213" y="1680"/>
                </a:lnTo>
                <a:lnTo>
                  <a:pt x="12897" y="1461"/>
                </a:lnTo>
                <a:lnTo>
                  <a:pt x="12605" y="1266"/>
                </a:lnTo>
                <a:lnTo>
                  <a:pt x="12289" y="1096"/>
                </a:lnTo>
                <a:lnTo>
                  <a:pt x="11632" y="779"/>
                </a:lnTo>
                <a:lnTo>
                  <a:pt x="10950" y="536"/>
                </a:lnTo>
                <a:lnTo>
                  <a:pt x="10561" y="414"/>
                </a:lnTo>
                <a:lnTo>
                  <a:pt x="10172" y="293"/>
                </a:lnTo>
                <a:lnTo>
                  <a:pt x="9783" y="220"/>
                </a:lnTo>
                <a:lnTo>
                  <a:pt x="9369" y="147"/>
                </a:lnTo>
                <a:lnTo>
                  <a:pt x="8834" y="74"/>
                </a:lnTo>
                <a:lnTo>
                  <a:pt x="8542" y="49"/>
                </a:lnTo>
                <a:lnTo>
                  <a:pt x="8274" y="74"/>
                </a:lnTo>
                <a:lnTo>
                  <a:pt x="8128" y="25"/>
                </a:lnTo>
                <a:lnTo>
                  <a:pt x="7982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40;p39"/>
          <p:cNvSpPr/>
          <p:nvPr/>
        </p:nvSpPr>
        <p:spPr>
          <a:xfrm>
            <a:off x="4745806" y="3346727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0;p39"/>
          <p:cNvSpPr/>
          <p:nvPr/>
        </p:nvSpPr>
        <p:spPr>
          <a:xfrm>
            <a:off x="4745805" y="2212574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84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641350" y="480847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Сравнение аналогов</a:t>
            </a:r>
            <a:endParaRPr dirty="0"/>
          </a:p>
        </p:txBody>
      </p:sp>
      <p:graphicFrame>
        <p:nvGraphicFramePr>
          <p:cNvPr id="152" name="Google Shape;152;p25"/>
          <p:cNvGraphicFramePr/>
          <p:nvPr>
            <p:extLst>
              <p:ext uri="{D42A27DB-BD31-4B8C-83A1-F6EECF244321}">
                <p14:modId xmlns:p14="http://schemas.microsoft.com/office/powerpoint/2010/main" val="3553897562"/>
              </p:ext>
            </p:extLst>
          </p:nvPr>
        </p:nvGraphicFramePr>
        <p:xfrm>
          <a:off x="641350" y="1598072"/>
          <a:ext cx="4862100" cy="2123100"/>
        </p:xfrm>
        <a:graphic>
          <a:graphicData uri="http://schemas.openxmlformats.org/drawingml/2006/table">
            <a:tbl>
              <a:tblPr>
                <a:noFill/>
                <a:tableStyleId>{3C5ACBC3-08BB-48FC-B61D-2F9871515D69}</a:tableStyleId>
              </a:tblPr>
              <a:tblGrid>
                <a:gridCol w="121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err="1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Таск</a:t>
                      </a: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-менеджер всех задач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Аналитика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Офлайн-режим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Coursera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Udacity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 smtClean="0">
                          <a:solidFill>
                            <a:srgbClr val="666666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Openedu</a:t>
                      </a: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66666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" name="Google Shape;153;p2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" name="Google Shape;340;p39"/>
          <p:cNvSpPr/>
          <p:nvPr/>
        </p:nvSpPr>
        <p:spPr>
          <a:xfrm>
            <a:off x="2262954" y="3265017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40;p39"/>
          <p:cNvSpPr/>
          <p:nvPr/>
        </p:nvSpPr>
        <p:spPr>
          <a:xfrm>
            <a:off x="4727605" y="3275634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13;p20"/>
          <p:cNvSpPr txBox="1">
            <a:spLocks/>
          </p:cNvSpPr>
          <p:nvPr/>
        </p:nvSpPr>
        <p:spPr>
          <a:xfrm>
            <a:off x="641350" y="4118199"/>
            <a:ext cx="6101729" cy="55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ru-RU" sz="1800" dirty="0" smtClean="0">
                <a:solidFill>
                  <a:schemeClr val="bg2">
                    <a:lumMod val="75000"/>
                  </a:schemeClr>
                </a:solidFill>
              </a:rPr>
              <a:t>Больше сравнений – в пояснительной записке</a:t>
            </a:r>
            <a:endParaRPr lang="ru-RU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Google Shape;340;p39"/>
          <p:cNvSpPr/>
          <p:nvPr/>
        </p:nvSpPr>
        <p:spPr>
          <a:xfrm>
            <a:off x="2262954" y="2730416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0;p39"/>
          <p:cNvSpPr/>
          <p:nvPr/>
        </p:nvSpPr>
        <p:spPr>
          <a:xfrm>
            <a:off x="2262955" y="2197892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0;p39"/>
          <p:cNvSpPr/>
          <p:nvPr/>
        </p:nvSpPr>
        <p:spPr>
          <a:xfrm>
            <a:off x="3502988" y="2730416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40;p39"/>
          <p:cNvSpPr/>
          <p:nvPr/>
        </p:nvSpPr>
        <p:spPr>
          <a:xfrm>
            <a:off x="3502988" y="2201259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9;p39"/>
          <p:cNvSpPr/>
          <p:nvPr/>
        </p:nvSpPr>
        <p:spPr>
          <a:xfrm>
            <a:off x="3505633" y="3275660"/>
            <a:ext cx="363230" cy="363755"/>
          </a:xfrm>
          <a:custGeom>
            <a:avLst/>
            <a:gdLst/>
            <a:ahLst/>
            <a:cxnLst/>
            <a:rect l="l" t="t" r="r" b="b"/>
            <a:pathLst>
              <a:path w="16620" h="16644" extrusionOk="0">
                <a:moveTo>
                  <a:pt x="11437" y="5767"/>
                </a:moveTo>
                <a:lnTo>
                  <a:pt x="11753" y="6132"/>
                </a:lnTo>
                <a:lnTo>
                  <a:pt x="12094" y="6522"/>
                </a:lnTo>
                <a:lnTo>
                  <a:pt x="11510" y="7179"/>
                </a:lnTo>
                <a:lnTo>
                  <a:pt x="11291" y="7008"/>
                </a:lnTo>
                <a:lnTo>
                  <a:pt x="11096" y="6862"/>
                </a:lnTo>
                <a:lnTo>
                  <a:pt x="10877" y="6668"/>
                </a:lnTo>
                <a:lnTo>
                  <a:pt x="10756" y="6570"/>
                </a:lnTo>
                <a:lnTo>
                  <a:pt x="10610" y="6497"/>
                </a:lnTo>
                <a:lnTo>
                  <a:pt x="10926" y="6230"/>
                </a:lnTo>
                <a:lnTo>
                  <a:pt x="10975" y="6303"/>
                </a:lnTo>
                <a:lnTo>
                  <a:pt x="11048" y="6400"/>
                </a:lnTo>
                <a:lnTo>
                  <a:pt x="11194" y="6546"/>
                </a:lnTo>
                <a:lnTo>
                  <a:pt x="11388" y="6789"/>
                </a:lnTo>
                <a:lnTo>
                  <a:pt x="11486" y="6887"/>
                </a:lnTo>
                <a:lnTo>
                  <a:pt x="11632" y="6960"/>
                </a:lnTo>
                <a:lnTo>
                  <a:pt x="11680" y="6960"/>
                </a:lnTo>
                <a:lnTo>
                  <a:pt x="11705" y="6911"/>
                </a:lnTo>
                <a:lnTo>
                  <a:pt x="11680" y="6765"/>
                </a:lnTo>
                <a:lnTo>
                  <a:pt x="11632" y="6619"/>
                </a:lnTo>
                <a:lnTo>
                  <a:pt x="11534" y="6522"/>
                </a:lnTo>
                <a:lnTo>
                  <a:pt x="11437" y="6400"/>
                </a:lnTo>
                <a:lnTo>
                  <a:pt x="11291" y="6205"/>
                </a:lnTo>
                <a:lnTo>
                  <a:pt x="11218" y="6108"/>
                </a:lnTo>
                <a:lnTo>
                  <a:pt x="11121" y="6059"/>
                </a:lnTo>
                <a:lnTo>
                  <a:pt x="11437" y="5767"/>
                </a:lnTo>
                <a:close/>
                <a:moveTo>
                  <a:pt x="10464" y="6643"/>
                </a:moveTo>
                <a:lnTo>
                  <a:pt x="10537" y="6765"/>
                </a:lnTo>
                <a:lnTo>
                  <a:pt x="10634" y="6887"/>
                </a:lnTo>
                <a:lnTo>
                  <a:pt x="10853" y="7106"/>
                </a:lnTo>
                <a:lnTo>
                  <a:pt x="11048" y="7300"/>
                </a:lnTo>
                <a:lnTo>
                  <a:pt x="11242" y="7495"/>
                </a:lnTo>
                <a:lnTo>
                  <a:pt x="11121" y="7641"/>
                </a:lnTo>
                <a:lnTo>
                  <a:pt x="10902" y="7446"/>
                </a:lnTo>
                <a:lnTo>
                  <a:pt x="10658" y="7276"/>
                </a:lnTo>
                <a:lnTo>
                  <a:pt x="10440" y="7057"/>
                </a:lnTo>
                <a:lnTo>
                  <a:pt x="10318" y="6960"/>
                </a:lnTo>
                <a:lnTo>
                  <a:pt x="10172" y="6887"/>
                </a:lnTo>
                <a:lnTo>
                  <a:pt x="10464" y="6643"/>
                </a:lnTo>
                <a:close/>
                <a:moveTo>
                  <a:pt x="10075" y="6984"/>
                </a:moveTo>
                <a:lnTo>
                  <a:pt x="10075" y="7057"/>
                </a:lnTo>
                <a:lnTo>
                  <a:pt x="10123" y="7130"/>
                </a:lnTo>
                <a:lnTo>
                  <a:pt x="10196" y="7276"/>
                </a:lnTo>
                <a:lnTo>
                  <a:pt x="10318" y="7398"/>
                </a:lnTo>
                <a:lnTo>
                  <a:pt x="10415" y="7519"/>
                </a:lnTo>
                <a:lnTo>
                  <a:pt x="10658" y="7714"/>
                </a:lnTo>
                <a:lnTo>
                  <a:pt x="10780" y="7811"/>
                </a:lnTo>
                <a:lnTo>
                  <a:pt x="10926" y="7909"/>
                </a:lnTo>
                <a:lnTo>
                  <a:pt x="10683" y="8176"/>
                </a:lnTo>
                <a:lnTo>
                  <a:pt x="10585" y="8055"/>
                </a:lnTo>
                <a:lnTo>
                  <a:pt x="10488" y="7957"/>
                </a:lnTo>
                <a:lnTo>
                  <a:pt x="10269" y="7787"/>
                </a:lnTo>
                <a:lnTo>
                  <a:pt x="10002" y="7519"/>
                </a:lnTo>
                <a:lnTo>
                  <a:pt x="9734" y="7276"/>
                </a:lnTo>
                <a:lnTo>
                  <a:pt x="10075" y="6984"/>
                </a:lnTo>
                <a:close/>
                <a:moveTo>
                  <a:pt x="9515" y="7495"/>
                </a:moveTo>
                <a:lnTo>
                  <a:pt x="9612" y="7617"/>
                </a:lnTo>
                <a:lnTo>
                  <a:pt x="9710" y="7738"/>
                </a:lnTo>
                <a:lnTo>
                  <a:pt x="9953" y="7957"/>
                </a:lnTo>
                <a:lnTo>
                  <a:pt x="10172" y="8201"/>
                </a:lnTo>
                <a:lnTo>
                  <a:pt x="10318" y="8347"/>
                </a:lnTo>
                <a:lnTo>
                  <a:pt x="10464" y="8444"/>
                </a:lnTo>
                <a:lnTo>
                  <a:pt x="10172" y="8809"/>
                </a:lnTo>
                <a:lnTo>
                  <a:pt x="9904" y="8468"/>
                </a:lnTo>
                <a:lnTo>
                  <a:pt x="9661" y="8176"/>
                </a:lnTo>
                <a:lnTo>
                  <a:pt x="9466" y="7933"/>
                </a:lnTo>
                <a:lnTo>
                  <a:pt x="9369" y="7811"/>
                </a:lnTo>
                <a:lnTo>
                  <a:pt x="9272" y="7714"/>
                </a:lnTo>
                <a:lnTo>
                  <a:pt x="9515" y="7495"/>
                </a:lnTo>
                <a:close/>
                <a:moveTo>
                  <a:pt x="9004" y="7933"/>
                </a:moveTo>
                <a:lnTo>
                  <a:pt x="9126" y="8128"/>
                </a:lnTo>
                <a:lnTo>
                  <a:pt x="9272" y="8298"/>
                </a:lnTo>
                <a:lnTo>
                  <a:pt x="9564" y="8663"/>
                </a:lnTo>
                <a:lnTo>
                  <a:pt x="9880" y="9028"/>
                </a:lnTo>
                <a:lnTo>
                  <a:pt x="9904" y="9077"/>
                </a:lnTo>
                <a:lnTo>
                  <a:pt x="9856" y="9125"/>
                </a:lnTo>
                <a:lnTo>
                  <a:pt x="9734" y="9271"/>
                </a:lnTo>
                <a:lnTo>
                  <a:pt x="9710" y="9198"/>
                </a:lnTo>
                <a:lnTo>
                  <a:pt x="9442" y="8858"/>
                </a:lnTo>
                <a:lnTo>
                  <a:pt x="9126" y="8517"/>
                </a:lnTo>
                <a:lnTo>
                  <a:pt x="8955" y="8322"/>
                </a:lnTo>
                <a:lnTo>
                  <a:pt x="8785" y="8152"/>
                </a:lnTo>
                <a:lnTo>
                  <a:pt x="9004" y="7933"/>
                </a:lnTo>
                <a:close/>
                <a:moveTo>
                  <a:pt x="8517" y="8371"/>
                </a:moveTo>
                <a:lnTo>
                  <a:pt x="8663" y="8590"/>
                </a:lnTo>
                <a:lnTo>
                  <a:pt x="8809" y="8785"/>
                </a:lnTo>
                <a:lnTo>
                  <a:pt x="9101" y="9150"/>
                </a:lnTo>
                <a:lnTo>
                  <a:pt x="9272" y="9320"/>
                </a:lnTo>
                <a:lnTo>
                  <a:pt x="9442" y="9466"/>
                </a:lnTo>
                <a:lnTo>
                  <a:pt x="9515" y="9490"/>
                </a:lnTo>
                <a:lnTo>
                  <a:pt x="9199" y="9806"/>
                </a:lnTo>
                <a:lnTo>
                  <a:pt x="9174" y="9709"/>
                </a:lnTo>
                <a:lnTo>
                  <a:pt x="9150" y="9612"/>
                </a:lnTo>
                <a:lnTo>
                  <a:pt x="9053" y="9442"/>
                </a:lnTo>
                <a:lnTo>
                  <a:pt x="8931" y="9271"/>
                </a:lnTo>
                <a:lnTo>
                  <a:pt x="8785" y="9125"/>
                </a:lnTo>
                <a:lnTo>
                  <a:pt x="8590" y="8833"/>
                </a:lnTo>
                <a:lnTo>
                  <a:pt x="8444" y="8663"/>
                </a:lnTo>
                <a:lnTo>
                  <a:pt x="8323" y="8541"/>
                </a:lnTo>
                <a:lnTo>
                  <a:pt x="8517" y="8371"/>
                </a:lnTo>
                <a:close/>
                <a:moveTo>
                  <a:pt x="5476" y="7787"/>
                </a:moveTo>
                <a:lnTo>
                  <a:pt x="5622" y="7982"/>
                </a:lnTo>
                <a:lnTo>
                  <a:pt x="5816" y="8176"/>
                </a:lnTo>
                <a:lnTo>
                  <a:pt x="6133" y="8444"/>
                </a:lnTo>
                <a:lnTo>
                  <a:pt x="6449" y="8736"/>
                </a:lnTo>
                <a:lnTo>
                  <a:pt x="6790" y="8979"/>
                </a:lnTo>
                <a:lnTo>
                  <a:pt x="6984" y="9125"/>
                </a:lnTo>
                <a:lnTo>
                  <a:pt x="7057" y="9174"/>
                </a:lnTo>
                <a:lnTo>
                  <a:pt x="7155" y="9198"/>
                </a:lnTo>
                <a:lnTo>
                  <a:pt x="7155" y="9247"/>
                </a:lnTo>
                <a:lnTo>
                  <a:pt x="7179" y="9296"/>
                </a:lnTo>
                <a:lnTo>
                  <a:pt x="7301" y="9296"/>
                </a:lnTo>
                <a:lnTo>
                  <a:pt x="7398" y="9271"/>
                </a:lnTo>
                <a:lnTo>
                  <a:pt x="7568" y="9198"/>
                </a:lnTo>
                <a:lnTo>
                  <a:pt x="7617" y="9344"/>
                </a:lnTo>
                <a:lnTo>
                  <a:pt x="7690" y="9490"/>
                </a:lnTo>
                <a:lnTo>
                  <a:pt x="7885" y="9758"/>
                </a:lnTo>
                <a:lnTo>
                  <a:pt x="8006" y="9952"/>
                </a:lnTo>
                <a:lnTo>
                  <a:pt x="8177" y="10098"/>
                </a:lnTo>
                <a:lnTo>
                  <a:pt x="8250" y="10171"/>
                </a:lnTo>
                <a:lnTo>
                  <a:pt x="8347" y="10220"/>
                </a:lnTo>
                <a:lnTo>
                  <a:pt x="8469" y="10269"/>
                </a:lnTo>
                <a:lnTo>
                  <a:pt x="8566" y="10293"/>
                </a:lnTo>
                <a:lnTo>
                  <a:pt x="8615" y="10269"/>
                </a:lnTo>
                <a:lnTo>
                  <a:pt x="8615" y="10244"/>
                </a:lnTo>
                <a:lnTo>
                  <a:pt x="8542" y="10074"/>
                </a:lnTo>
                <a:lnTo>
                  <a:pt x="8420" y="9904"/>
                </a:lnTo>
                <a:lnTo>
                  <a:pt x="8177" y="9636"/>
                </a:lnTo>
                <a:lnTo>
                  <a:pt x="8055" y="9490"/>
                </a:lnTo>
                <a:lnTo>
                  <a:pt x="7982" y="9344"/>
                </a:lnTo>
                <a:lnTo>
                  <a:pt x="7885" y="9174"/>
                </a:lnTo>
                <a:lnTo>
                  <a:pt x="7763" y="9052"/>
                </a:lnTo>
                <a:lnTo>
                  <a:pt x="8079" y="8760"/>
                </a:lnTo>
                <a:lnTo>
                  <a:pt x="8128" y="8906"/>
                </a:lnTo>
                <a:lnTo>
                  <a:pt x="8225" y="9028"/>
                </a:lnTo>
                <a:lnTo>
                  <a:pt x="8420" y="9271"/>
                </a:lnTo>
                <a:lnTo>
                  <a:pt x="8542" y="9466"/>
                </a:lnTo>
                <a:lnTo>
                  <a:pt x="8688" y="9661"/>
                </a:lnTo>
                <a:lnTo>
                  <a:pt x="8785" y="9758"/>
                </a:lnTo>
                <a:lnTo>
                  <a:pt x="8882" y="9831"/>
                </a:lnTo>
                <a:lnTo>
                  <a:pt x="8980" y="9879"/>
                </a:lnTo>
                <a:lnTo>
                  <a:pt x="9077" y="9928"/>
                </a:lnTo>
                <a:lnTo>
                  <a:pt x="8615" y="10366"/>
                </a:lnTo>
                <a:lnTo>
                  <a:pt x="8250" y="10682"/>
                </a:lnTo>
                <a:lnTo>
                  <a:pt x="8225" y="10634"/>
                </a:lnTo>
                <a:lnTo>
                  <a:pt x="8201" y="10585"/>
                </a:lnTo>
                <a:lnTo>
                  <a:pt x="8031" y="10366"/>
                </a:lnTo>
                <a:lnTo>
                  <a:pt x="7812" y="10171"/>
                </a:lnTo>
                <a:lnTo>
                  <a:pt x="7374" y="9782"/>
                </a:lnTo>
                <a:lnTo>
                  <a:pt x="6960" y="9393"/>
                </a:lnTo>
                <a:lnTo>
                  <a:pt x="6546" y="9004"/>
                </a:lnTo>
                <a:lnTo>
                  <a:pt x="5670" y="8225"/>
                </a:lnTo>
                <a:lnTo>
                  <a:pt x="5500" y="8079"/>
                </a:lnTo>
                <a:lnTo>
                  <a:pt x="5330" y="7933"/>
                </a:lnTo>
                <a:lnTo>
                  <a:pt x="5476" y="7787"/>
                </a:lnTo>
                <a:close/>
                <a:moveTo>
                  <a:pt x="5062" y="8152"/>
                </a:moveTo>
                <a:lnTo>
                  <a:pt x="5232" y="8322"/>
                </a:lnTo>
                <a:lnTo>
                  <a:pt x="5403" y="8493"/>
                </a:lnTo>
                <a:lnTo>
                  <a:pt x="6279" y="9271"/>
                </a:lnTo>
                <a:lnTo>
                  <a:pt x="6692" y="9636"/>
                </a:lnTo>
                <a:lnTo>
                  <a:pt x="7155" y="10025"/>
                </a:lnTo>
                <a:lnTo>
                  <a:pt x="7374" y="10220"/>
                </a:lnTo>
                <a:lnTo>
                  <a:pt x="7593" y="10415"/>
                </a:lnTo>
                <a:lnTo>
                  <a:pt x="7812" y="10609"/>
                </a:lnTo>
                <a:lnTo>
                  <a:pt x="8055" y="10780"/>
                </a:lnTo>
                <a:lnTo>
                  <a:pt x="8104" y="10804"/>
                </a:lnTo>
                <a:lnTo>
                  <a:pt x="7982" y="10901"/>
                </a:lnTo>
                <a:lnTo>
                  <a:pt x="6254" y="9466"/>
                </a:lnTo>
                <a:lnTo>
                  <a:pt x="5597" y="8882"/>
                </a:lnTo>
                <a:lnTo>
                  <a:pt x="5232" y="8590"/>
                </a:lnTo>
                <a:lnTo>
                  <a:pt x="5062" y="8468"/>
                </a:lnTo>
                <a:lnTo>
                  <a:pt x="4867" y="8347"/>
                </a:lnTo>
                <a:lnTo>
                  <a:pt x="5038" y="8176"/>
                </a:lnTo>
                <a:lnTo>
                  <a:pt x="5062" y="8152"/>
                </a:lnTo>
                <a:close/>
                <a:moveTo>
                  <a:pt x="4746" y="8493"/>
                </a:moveTo>
                <a:lnTo>
                  <a:pt x="4867" y="8663"/>
                </a:lnTo>
                <a:lnTo>
                  <a:pt x="5038" y="8809"/>
                </a:lnTo>
                <a:lnTo>
                  <a:pt x="5378" y="9101"/>
                </a:lnTo>
                <a:lnTo>
                  <a:pt x="6060" y="9636"/>
                </a:lnTo>
                <a:lnTo>
                  <a:pt x="7787" y="11072"/>
                </a:lnTo>
                <a:lnTo>
                  <a:pt x="7617" y="11218"/>
                </a:lnTo>
                <a:lnTo>
                  <a:pt x="7398" y="11047"/>
                </a:lnTo>
                <a:lnTo>
                  <a:pt x="7155" y="10877"/>
                </a:lnTo>
                <a:lnTo>
                  <a:pt x="6911" y="10707"/>
                </a:lnTo>
                <a:lnTo>
                  <a:pt x="6668" y="10536"/>
                </a:lnTo>
                <a:lnTo>
                  <a:pt x="6181" y="10123"/>
                </a:lnTo>
                <a:lnTo>
                  <a:pt x="5719" y="9709"/>
                </a:lnTo>
                <a:lnTo>
                  <a:pt x="5281" y="9247"/>
                </a:lnTo>
                <a:lnTo>
                  <a:pt x="4867" y="8760"/>
                </a:lnTo>
                <a:lnTo>
                  <a:pt x="4770" y="8663"/>
                </a:lnTo>
                <a:lnTo>
                  <a:pt x="4673" y="8566"/>
                </a:lnTo>
                <a:lnTo>
                  <a:pt x="4746" y="8493"/>
                </a:lnTo>
                <a:close/>
                <a:moveTo>
                  <a:pt x="11437" y="5256"/>
                </a:moveTo>
                <a:lnTo>
                  <a:pt x="11364" y="5281"/>
                </a:lnTo>
                <a:lnTo>
                  <a:pt x="11315" y="5305"/>
                </a:lnTo>
                <a:lnTo>
                  <a:pt x="11218" y="5354"/>
                </a:lnTo>
                <a:lnTo>
                  <a:pt x="10075" y="6376"/>
                </a:lnTo>
                <a:lnTo>
                  <a:pt x="8931" y="7422"/>
                </a:lnTo>
                <a:lnTo>
                  <a:pt x="8347" y="7933"/>
                </a:lnTo>
                <a:lnTo>
                  <a:pt x="7787" y="8468"/>
                </a:lnTo>
                <a:lnTo>
                  <a:pt x="7544" y="8663"/>
                </a:lnTo>
                <a:lnTo>
                  <a:pt x="7325" y="8882"/>
                </a:lnTo>
                <a:lnTo>
                  <a:pt x="7228" y="8785"/>
                </a:lnTo>
                <a:lnTo>
                  <a:pt x="7106" y="8712"/>
                </a:lnTo>
                <a:lnTo>
                  <a:pt x="6717" y="8395"/>
                </a:lnTo>
                <a:lnTo>
                  <a:pt x="6327" y="8079"/>
                </a:lnTo>
                <a:lnTo>
                  <a:pt x="6011" y="7763"/>
                </a:lnTo>
                <a:lnTo>
                  <a:pt x="5768" y="7568"/>
                </a:lnTo>
                <a:lnTo>
                  <a:pt x="5670" y="7495"/>
                </a:lnTo>
                <a:lnTo>
                  <a:pt x="5573" y="7446"/>
                </a:lnTo>
                <a:lnTo>
                  <a:pt x="5524" y="7422"/>
                </a:lnTo>
                <a:lnTo>
                  <a:pt x="5427" y="7373"/>
                </a:lnTo>
                <a:lnTo>
                  <a:pt x="5330" y="7373"/>
                </a:lnTo>
                <a:lnTo>
                  <a:pt x="5232" y="7398"/>
                </a:lnTo>
                <a:lnTo>
                  <a:pt x="5135" y="7446"/>
                </a:lnTo>
                <a:lnTo>
                  <a:pt x="4940" y="7568"/>
                </a:lnTo>
                <a:lnTo>
                  <a:pt x="4794" y="7690"/>
                </a:lnTo>
                <a:lnTo>
                  <a:pt x="4575" y="7860"/>
                </a:lnTo>
                <a:lnTo>
                  <a:pt x="4381" y="8030"/>
                </a:lnTo>
                <a:lnTo>
                  <a:pt x="4283" y="8152"/>
                </a:lnTo>
                <a:lnTo>
                  <a:pt x="4210" y="8249"/>
                </a:lnTo>
                <a:lnTo>
                  <a:pt x="4162" y="8371"/>
                </a:lnTo>
                <a:lnTo>
                  <a:pt x="4137" y="8493"/>
                </a:lnTo>
                <a:lnTo>
                  <a:pt x="4162" y="8566"/>
                </a:lnTo>
                <a:lnTo>
                  <a:pt x="4210" y="8639"/>
                </a:lnTo>
                <a:lnTo>
                  <a:pt x="4259" y="8687"/>
                </a:lnTo>
                <a:lnTo>
                  <a:pt x="4332" y="8712"/>
                </a:lnTo>
                <a:lnTo>
                  <a:pt x="4356" y="8809"/>
                </a:lnTo>
                <a:lnTo>
                  <a:pt x="4405" y="8906"/>
                </a:lnTo>
                <a:lnTo>
                  <a:pt x="4478" y="9028"/>
                </a:lnTo>
                <a:lnTo>
                  <a:pt x="4551" y="9150"/>
                </a:lnTo>
                <a:lnTo>
                  <a:pt x="4721" y="9344"/>
                </a:lnTo>
                <a:lnTo>
                  <a:pt x="4940" y="9588"/>
                </a:lnTo>
                <a:lnTo>
                  <a:pt x="5135" y="9831"/>
                </a:lnTo>
                <a:lnTo>
                  <a:pt x="5597" y="10269"/>
                </a:lnTo>
                <a:lnTo>
                  <a:pt x="5987" y="10634"/>
                </a:lnTo>
                <a:lnTo>
                  <a:pt x="6425" y="10999"/>
                </a:lnTo>
                <a:lnTo>
                  <a:pt x="6668" y="11169"/>
                </a:lnTo>
                <a:lnTo>
                  <a:pt x="6887" y="11315"/>
                </a:lnTo>
                <a:lnTo>
                  <a:pt x="7130" y="11461"/>
                </a:lnTo>
                <a:lnTo>
                  <a:pt x="7374" y="11583"/>
                </a:lnTo>
                <a:lnTo>
                  <a:pt x="7349" y="11607"/>
                </a:lnTo>
                <a:lnTo>
                  <a:pt x="7349" y="11680"/>
                </a:lnTo>
                <a:lnTo>
                  <a:pt x="7374" y="11753"/>
                </a:lnTo>
                <a:lnTo>
                  <a:pt x="7422" y="11777"/>
                </a:lnTo>
                <a:lnTo>
                  <a:pt x="7495" y="11777"/>
                </a:lnTo>
                <a:lnTo>
                  <a:pt x="7666" y="11729"/>
                </a:lnTo>
                <a:lnTo>
                  <a:pt x="7836" y="11631"/>
                </a:lnTo>
                <a:lnTo>
                  <a:pt x="7982" y="11534"/>
                </a:lnTo>
                <a:lnTo>
                  <a:pt x="8128" y="11412"/>
                </a:lnTo>
                <a:lnTo>
                  <a:pt x="8420" y="11145"/>
                </a:lnTo>
                <a:lnTo>
                  <a:pt x="8663" y="10901"/>
                </a:lnTo>
                <a:lnTo>
                  <a:pt x="9369" y="10244"/>
                </a:lnTo>
                <a:lnTo>
                  <a:pt x="10050" y="9563"/>
                </a:lnTo>
                <a:lnTo>
                  <a:pt x="10658" y="8955"/>
                </a:lnTo>
                <a:lnTo>
                  <a:pt x="11291" y="8298"/>
                </a:lnTo>
                <a:lnTo>
                  <a:pt x="11875" y="7617"/>
                </a:lnTo>
                <a:lnTo>
                  <a:pt x="12143" y="7276"/>
                </a:lnTo>
                <a:lnTo>
                  <a:pt x="12410" y="6911"/>
                </a:lnTo>
                <a:lnTo>
                  <a:pt x="12483" y="6960"/>
                </a:lnTo>
                <a:lnTo>
                  <a:pt x="12556" y="6984"/>
                </a:lnTo>
                <a:lnTo>
                  <a:pt x="12654" y="6984"/>
                </a:lnTo>
                <a:lnTo>
                  <a:pt x="12727" y="6935"/>
                </a:lnTo>
                <a:lnTo>
                  <a:pt x="12775" y="6887"/>
                </a:lnTo>
                <a:lnTo>
                  <a:pt x="12824" y="6814"/>
                </a:lnTo>
                <a:lnTo>
                  <a:pt x="12824" y="6741"/>
                </a:lnTo>
                <a:lnTo>
                  <a:pt x="12775" y="6643"/>
                </a:lnTo>
                <a:lnTo>
                  <a:pt x="12532" y="6327"/>
                </a:lnTo>
                <a:lnTo>
                  <a:pt x="12240" y="6011"/>
                </a:lnTo>
                <a:lnTo>
                  <a:pt x="11924" y="5646"/>
                </a:lnTo>
                <a:lnTo>
                  <a:pt x="11778" y="5475"/>
                </a:lnTo>
                <a:lnTo>
                  <a:pt x="11583" y="5305"/>
                </a:lnTo>
                <a:lnTo>
                  <a:pt x="11510" y="5256"/>
                </a:lnTo>
                <a:close/>
                <a:moveTo>
                  <a:pt x="8104" y="439"/>
                </a:moveTo>
                <a:lnTo>
                  <a:pt x="8371" y="487"/>
                </a:lnTo>
                <a:lnTo>
                  <a:pt x="8663" y="536"/>
                </a:lnTo>
                <a:lnTo>
                  <a:pt x="9247" y="585"/>
                </a:lnTo>
                <a:lnTo>
                  <a:pt x="9588" y="633"/>
                </a:lnTo>
                <a:lnTo>
                  <a:pt x="9904" y="706"/>
                </a:lnTo>
                <a:lnTo>
                  <a:pt x="10537" y="877"/>
                </a:lnTo>
                <a:lnTo>
                  <a:pt x="10877" y="998"/>
                </a:lnTo>
                <a:lnTo>
                  <a:pt x="11218" y="1120"/>
                </a:lnTo>
                <a:lnTo>
                  <a:pt x="11559" y="1266"/>
                </a:lnTo>
                <a:lnTo>
                  <a:pt x="11875" y="1412"/>
                </a:lnTo>
                <a:lnTo>
                  <a:pt x="12191" y="1582"/>
                </a:lnTo>
                <a:lnTo>
                  <a:pt x="12508" y="1752"/>
                </a:lnTo>
                <a:lnTo>
                  <a:pt x="13116" y="2166"/>
                </a:lnTo>
                <a:lnTo>
                  <a:pt x="13408" y="2385"/>
                </a:lnTo>
                <a:lnTo>
                  <a:pt x="13700" y="2628"/>
                </a:lnTo>
                <a:lnTo>
                  <a:pt x="13968" y="2896"/>
                </a:lnTo>
                <a:lnTo>
                  <a:pt x="14235" y="3188"/>
                </a:lnTo>
                <a:lnTo>
                  <a:pt x="14479" y="3456"/>
                </a:lnTo>
                <a:lnTo>
                  <a:pt x="14698" y="3772"/>
                </a:lnTo>
                <a:lnTo>
                  <a:pt x="14917" y="4088"/>
                </a:lnTo>
                <a:lnTo>
                  <a:pt x="15111" y="4405"/>
                </a:lnTo>
                <a:lnTo>
                  <a:pt x="15282" y="4745"/>
                </a:lnTo>
                <a:lnTo>
                  <a:pt x="15452" y="5086"/>
                </a:lnTo>
                <a:lnTo>
                  <a:pt x="15574" y="5427"/>
                </a:lnTo>
                <a:lnTo>
                  <a:pt x="15720" y="5792"/>
                </a:lnTo>
                <a:lnTo>
                  <a:pt x="15817" y="6157"/>
                </a:lnTo>
                <a:lnTo>
                  <a:pt x="15914" y="6522"/>
                </a:lnTo>
                <a:lnTo>
                  <a:pt x="15987" y="6887"/>
                </a:lnTo>
                <a:lnTo>
                  <a:pt x="16036" y="7276"/>
                </a:lnTo>
                <a:lnTo>
                  <a:pt x="16109" y="8079"/>
                </a:lnTo>
                <a:lnTo>
                  <a:pt x="16109" y="8468"/>
                </a:lnTo>
                <a:lnTo>
                  <a:pt x="16109" y="8858"/>
                </a:lnTo>
                <a:lnTo>
                  <a:pt x="16085" y="9271"/>
                </a:lnTo>
                <a:lnTo>
                  <a:pt x="16060" y="9661"/>
                </a:lnTo>
                <a:lnTo>
                  <a:pt x="15987" y="10050"/>
                </a:lnTo>
                <a:lnTo>
                  <a:pt x="15914" y="10439"/>
                </a:lnTo>
                <a:lnTo>
                  <a:pt x="15817" y="10828"/>
                </a:lnTo>
                <a:lnTo>
                  <a:pt x="15695" y="11193"/>
                </a:lnTo>
                <a:lnTo>
                  <a:pt x="15549" y="11558"/>
                </a:lnTo>
                <a:lnTo>
                  <a:pt x="15379" y="11899"/>
                </a:lnTo>
                <a:lnTo>
                  <a:pt x="15184" y="12240"/>
                </a:lnTo>
                <a:lnTo>
                  <a:pt x="14965" y="12580"/>
                </a:lnTo>
                <a:lnTo>
                  <a:pt x="14722" y="12872"/>
                </a:lnTo>
                <a:lnTo>
                  <a:pt x="14430" y="13189"/>
                </a:lnTo>
                <a:lnTo>
                  <a:pt x="14138" y="13456"/>
                </a:lnTo>
                <a:lnTo>
                  <a:pt x="13846" y="13700"/>
                </a:lnTo>
                <a:lnTo>
                  <a:pt x="13530" y="13943"/>
                </a:lnTo>
                <a:lnTo>
                  <a:pt x="13213" y="14186"/>
                </a:lnTo>
                <a:lnTo>
                  <a:pt x="12532" y="14624"/>
                </a:lnTo>
                <a:lnTo>
                  <a:pt x="11851" y="15014"/>
                </a:lnTo>
                <a:lnTo>
                  <a:pt x="11510" y="15184"/>
                </a:lnTo>
                <a:lnTo>
                  <a:pt x="11145" y="15330"/>
                </a:lnTo>
                <a:lnTo>
                  <a:pt x="10415" y="15622"/>
                </a:lnTo>
                <a:lnTo>
                  <a:pt x="10050" y="15744"/>
                </a:lnTo>
                <a:lnTo>
                  <a:pt x="9685" y="15841"/>
                </a:lnTo>
                <a:lnTo>
                  <a:pt x="9320" y="15963"/>
                </a:lnTo>
                <a:lnTo>
                  <a:pt x="8980" y="16109"/>
                </a:lnTo>
                <a:lnTo>
                  <a:pt x="8907" y="16157"/>
                </a:lnTo>
                <a:lnTo>
                  <a:pt x="8882" y="16230"/>
                </a:lnTo>
                <a:lnTo>
                  <a:pt x="8104" y="16230"/>
                </a:lnTo>
                <a:lnTo>
                  <a:pt x="7739" y="16206"/>
                </a:lnTo>
                <a:lnTo>
                  <a:pt x="7349" y="16157"/>
                </a:lnTo>
                <a:lnTo>
                  <a:pt x="6984" y="16109"/>
                </a:lnTo>
                <a:lnTo>
                  <a:pt x="6619" y="16011"/>
                </a:lnTo>
                <a:lnTo>
                  <a:pt x="6254" y="15914"/>
                </a:lnTo>
                <a:lnTo>
                  <a:pt x="5889" y="15817"/>
                </a:lnTo>
                <a:lnTo>
                  <a:pt x="5524" y="15695"/>
                </a:lnTo>
                <a:lnTo>
                  <a:pt x="5184" y="15549"/>
                </a:lnTo>
                <a:lnTo>
                  <a:pt x="4843" y="15379"/>
                </a:lnTo>
                <a:lnTo>
                  <a:pt x="4502" y="15208"/>
                </a:lnTo>
                <a:lnTo>
                  <a:pt x="4162" y="15014"/>
                </a:lnTo>
                <a:lnTo>
                  <a:pt x="3845" y="14795"/>
                </a:lnTo>
                <a:lnTo>
                  <a:pt x="3553" y="14576"/>
                </a:lnTo>
                <a:lnTo>
                  <a:pt x="3237" y="14357"/>
                </a:lnTo>
                <a:lnTo>
                  <a:pt x="2921" y="14065"/>
                </a:lnTo>
                <a:lnTo>
                  <a:pt x="2629" y="13797"/>
                </a:lnTo>
                <a:lnTo>
                  <a:pt x="2361" y="13481"/>
                </a:lnTo>
                <a:lnTo>
                  <a:pt x="2094" y="13164"/>
                </a:lnTo>
                <a:lnTo>
                  <a:pt x="1850" y="12824"/>
                </a:lnTo>
                <a:lnTo>
                  <a:pt x="1631" y="12483"/>
                </a:lnTo>
                <a:lnTo>
                  <a:pt x="1437" y="12142"/>
                </a:lnTo>
                <a:lnTo>
                  <a:pt x="1242" y="11777"/>
                </a:lnTo>
                <a:lnTo>
                  <a:pt x="1096" y="11412"/>
                </a:lnTo>
                <a:lnTo>
                  <a:pt x="950" y="11023"/>
                </a:lnTo>
                <a:lnTo>
                  <a:pt x="804" y="10634"/>
                </a:lnTo>
                <a:lnTo>
                  <a:pt x="707" y="10244"/>
                </a:lnTo>
                <a:lnTo>
                  <a:pt x="609" y="9831"/>
                </a:lnTo>
                <a:lnTo>
                  <a:pt x="561" y="9442"/>
                </a:lnTo>
                <a:lnTo>
                  <a:pt x="512" y="9028"/>
                </a:lnTo>
                <a:lnTo>
                  <a:pt x="463" y="8614"/>
                </a:lnTo>
                <a:lnTo>
                  <a:pt x="463" y="8201"/>
                </a:lnTo>
                <a:lnTo>
                  <a:pt x="488" y="7787"/>
                </a:lnTo>
                <a:lnTo>
                  <a:pt x="512" y="7373"/>
                </a:lnTo>
                <a:lnTo>
                  <a:pt x="585" y="6960"/>
                </a:lnTo>
                <a:lnTo>
                  <a:pt x="658" y="6570"/>
                </a:lnTo>
                <a:lnTo>
                  <a:pt x="755" y="6181"/>
                </a:lnTo>
                <a:lnTo>
                  <a:pt x="877" y="5792"/>
                </a:lnTo>
                <a:lnTo>
                  <a:pt x="1023" y="5402"/>
                </a:lnTo>
                <a:lnTo>
                  <a:pt x="1169" y="5037"/>
                </a:lnTo>
                <a:lnTo>
                  <a:pt x="1364" y="4672"/>
                </a:lnTo>
                <a:lnTo>
                  <a:pt x="1558" y="4307"/>
                </a:lnTo>
                <a:lnTo>
                  <a:pt x="1777" y="3967"/>
                </a:lnTo>
                <a:lnTo>
                  <a:pt x="1996" y="3626"/>
                </a:lnTo>
                <a:lnTo>
                  <a:pt x="2264" y="3310"/>
                </a:lnTo>
                <a:lnTo>
                  <a:pt x="2532" y="2993"/>
                </a:lnTo>
                <a:lnTo>
                  <a:pt x="2823" y="2701"/>
                </a:lnTo>
                <a:lnTo>
                  <a:pt x="3115" y="2434"/>
                </a:lnTo>
                <a:lnTo>
                  <a:pt x="3432" y="2190"/>
                </a:lnTo>
                <a:lnTo>
                  <a:pt x="3748" y="1947"/>
                </a:lnTo>
                <a:lnTo>
                  <a:pt x="4089" y="1728"/>
                </a:lnTo>
                <a:lnTo>
                  <a:pt x="4429" y="1509"/>
                </a:lnTo>
                <a:lnTo>
                  <a:pt x="4794" y="1339"/>
                </a:lnTo>
                <a:lnTo>
                  <a:pt x="5159" y="1169"/>
                </a:lnTo>
                <a:lnTo>
                  <a:pt x="5524" y="998"/>
                </a:lnTo>
                <a:lnTo>
                  <a:pt x="5865" y="877"/>
                </a:lnTo>
                <a:lnTo>
                  <a:pt x="6206" y="779"/>
                </a:lnTo>
                <a:lnTo>
                  <a:pt x="6911" y="609"/>
                </a:lnTo>
                <a:lnTo>
                  <a:pt x="7203" y="560"/>
                </a:lnTo>
                <a:lnTo>
                  <a:pt x="7520" y="536"/>
                </a:lnTo>
                <a:lnTo>
                  <a:pt x="7812" y="487"/>
                </a:lnTo>
                <a:lnTo>
                  <a:pt x="8104" y="439"/>
                </a:lnTo>
                <a:close/>
                <a:moveTo>
                  <a:pt x="7690" y="1"/>
                </a:moveTo>
                <a:lnTo>
                  <a:pt x="7374" y="25"/>
                </a:lnTo>
                <a:lnTo>
                  <a:pt x="7057" y="74"/>
                </a:lnTo>
                <a:lnTo>
                  <a:pt x="6644" y="147"/>
                </a:lnTo>
                <a:lnTo>
                  <a:pt x="6206" y="244"/>
                </a:lnTo>
                <a:lnTo>
                  <a:pt x="5792" y="366"/>
                </a:lnTo>
                <a:lnTo>
                  <a:pt x="5403" y="512"/>
                </a:lnTo>
                <a:lnTo>
                  <a:pt x="5013" y="682"/>
                </a:lnTo>
                <a:lnTo>
                  <a:pt x="4624" y="852"/>
                </a:lnTo>
                <a:lnTo>
                  <a:pt x="4259" y="1047"/>
                </a:lnTo>
                <a:lnTo>
                  <a:pt x="3918" y="1266"/>
                </a:lnTo>
                <a:lnTo>
                  <a:pt x="3578" y="1485"/>
                </a:lnTo>
                <a:lnTo>
                  <a:pt x="3237" y="1752"/>
                </a:lnTo>
                <a:lnTo>
                  <a:pt x="2921" y="1996"/>
                </a:lnTo>
                <a:lnTo>
                  <a:pt x="2604" y="2288"/>
                </a:lnTo>
                <a:lnTo>
                  <a:pt x="2288" y="2580"/>
                </a:lnTo>
                <a:lnTo>
                  <a:pt x="1996" y="2896"/>
                </a:lnTo>
                <a:lnTo>
                  <a:pt x="1704" y="3237"/>
                </a:lnTo>
                <a:lnTo>
                  <a:pt x="1461" y="3577"/>
                </a:lnTo>
                <a:lnTo>
                  <a:pt x="1218" y="3942"/>
                </a:lnTo>
                <a:lnTo>
                  <a:pt x="999" y="4307"/>
                </a:lnTo>
                <a:lnTo>
                  <a:pt x="804" y="4697"/>
                </a:lnTo>
                <a:lnTo>
                  <a:pt x="634" y="5086"/>
                </a:lnTo>
                <a:lnTo>
                  <a:pt x="488" y="5500"/>
                </a:lnTo>
                <a:lnTo>
                  <a:pt x="342" y="5889"/>
                </a:lnTo>
                <a:lnTo>
                  <a:pt x="244" y="6303"/>
                </a:lnTo>
                <a:lnTo>
                  <a:pt x="147" y="6741"/>
                </a:lnTo>
                <a:lnTo>
                  <a:pt x="74" y="7154"/>
                </a:lnTo>
                <a:lnTo>
                  <a:pt x="25" y="7592"/>
                </a:lnTo>
                <a:lnTo>
                  <a:pt x="1" y="8030"/>
                </a:lnTo>
                <a:lnTo>
                  <a:pt x="1" y="8468"/>
                </a:lnTo>
                <a:lnTo>
                  <a:pt x="1" y="8906"/>
                </a:lnTo>
                <a:lnTo>
                  <a:pt x="50" y="9344"/>
                </a:lnTo>
                <a:lnTo>
                  <a:pt x="98" y="9782"/>
                </a:lnTo>
                <a:lnTo>
                  <a:pt x="196" y="10196"/>
                </a:lnTo>
                <a:lnTo>
                  <a:pt x="293" y="10609"/>
                </a:lnTo>
                <a:lnTo>
                  <a:pt x="439" y="11023"/>
                </a:lnTo>
                <a:lnTo>
                  <a:pt x="585" y="11412"/>
                </a:lnTo>
                <a:lnTo>
                  <a:pt x="755" y="11802"/>
                </a:lnTo>
                <a:lnTo>
                  <a:pt x="926" y="12167"/>
                </a:lnTo>
                <a:lnTo>
                  <a:pt x="1145" y="12532"/>
                </a:lnTo>
                <a:lnTo>
                  <a:pt x="1364" y="12897"/>
                </a:lnTo>
                <a:lnTo>
                  <a:pt x="1607" y="13237"/>
                </a:lnTo>
                <a:lnTo>
                  <a:pt x="1875" y="13578"/>
                </a:lnTo>
                <a:lnTo>
                  <a:pt x="2142" y="13870"/>
                </a:lnTo>
                <a:lnTo>
                  <a:pt x="2434" y="14186"/>
                </a:lnTo>
                <a:lnTo>
                  <a:pt x="2726" y="14478"/>
                </a:lnTo>
                <a:lnTo>
                  <a:pt x="3067" y="14746"/>
                </a:lnTo>
                <a:lnTo>
                  <a:pt x="3383" y="14989"/>
                </a:lnTo>
                <a:lnTo>
                  <a:pt x="3724" y="15233"/>
                </a:lnTo>
                <a:lnTo>
                  <a:pt x="4089" y="15452"/>
                </a:lnTo>
                <a:lnTo>
                  <a:pt x="4454" y="15671"/>
                </a:lnTo>
                <a:lnTo>
                  <a:pt x="4819" y="15841"/>
                </a:lnTo>
                <a:lnTo>
                  <a:pt x="5208" y="16011"/>
                </a:lnTo>
                <a:lnTo>
                  <a:pt x="5597" y="16182"/>
                </a:lnTo>
                <a:lnTo>
                  <a:pt x="6011" y="16303"/>
                </a:lnTo>
                <a:lnTo>
                  <a:pt x="6425" y="16401"/>
                </a:lnTo>
                <a:lnTo>
                  <a:pt x="6838" y="16498"/>
                </a:lnTo>
                <a:lnTo>
                  <a:pt x="7252" y="16571"/>
                </a:lnTo>
                <a:lnTo>
                  <a:pt x="7690" y="16620"/>
                </a:lnTo>
                <a:lnTo>
                  <a:pt x="8128" y="16644"/>
                </a:lnTo>
                <a:lnTo>
                  <a:pt x="8566" y="16644"/>
                </a:lnTo>
                <a:lnTo>
                  <a:pt x="9004" y="16620"/>
                </a:lnTo>
                <a:lnTo>
                  <a:pt x="9101" y="16571"/>
                </a:lnTo>
                <a:lnTo>
                  <a:pt x="9174" y="16522"/>
                </a:lnTo>
                <a:lnTo>
                  <a:pt x="9539" y="16498"/>
                </a:lnTo>
                <a:lnTo>
                  <a:pt x="9929" y="16425"/>
                </a:lnTo>
                <a:lnTo>
                  <a:pt x="10318" y="16303"/>
                </a:lnTo>
                <a:lnTo>
                  <a:pt x="10707" y="16182"/>
                </a:lnTo>
                <a:lnTo>
                  <a:pt x="11072" y="16011"/>
                </a:lnTo>
                <a:lnTo>
                  <a:pt x="11437" y="15841"/>
                </a:lnTo>
                <a:lnTo>
                  <a:pt x="12143" y="15500"/>
                </a:lnTo>
                <a:lnTo>
                  <a:pt x="12508" y="15306"/>
                </a:lnTo>
                <a:lnTo>
                  <a:pt x="12848" y="15087"/>
                </a:lnTo>
                <a:lnTo>
                  <a:pt x="13213" y="14868"/>
                </a:lnTo>
                <a:lnTo>
                  <a:pt x="13554" y="14624"/>
                </a:lnTo>
                <a:lnTo>
                  <a:pt x="13895" y="14381"/>
                </a:lnTo>
                <a:lnTo>
                  <a:pt x="14211" y="14138"/>
                </a:lnTo>
                <a:lnTo>
                  <a:pt x="14527" y="13846"/>
                </a:lnTo>
                <a:lnTo>
                  <a:pt x="14819" y="13578"/>
                </a:lnTo>
                <a:lnTo>
                  <a:pt x="15111" y="13262"/>
                </a:lnTo>
                <a:lnTo>
                  <a:pt x="15379" y="12945"/>
                </a:lnTo>
                <a:lnTo>
                  <a:pt x="15598" y="12605"/>
                </a:lnTo>
                <a:lnTo>
                  <a:pt x="15817" y="12240"/>
                </a:lnTo>
                <a:lnTo>
                  <a:pt x="15987" y="11875"/>
                </a:lnTo>
                <a:lnTo>
                  <a:pt x="16158" y="11485"/>
                </a:lnTo>
                <a:lnTo>
                  <a:pt x="16279" y="11096"/>
                </a:lnTo>
                <a:lnTo>
                  <a:pt x="16401" y="10682"/>
                </a:lnTo>
                <a:lnTo>
                  <a:pt x="16474" y="10269"/>
                </a:lnTo>
                <a:lnTo>
                  <a:pt x="16547" y="9855"/>
                </a:lnTo>
                <a:lnTo>
                  <a:pt x="16596" y="9442"/>
                </a:lnTo>
                <a:lnTo>
                  <a:pt x="16620" y="9028"/>
                </a:lnTo>
                <a:lnTo>
                  <a:pt x="16620" y="8614"/>
                </a:lnTo>
                <a:lnTo>
                  <a:pt x="16596" y="8176"/>
                </a:lnTo>
                <a:lnTo>
                  <a:pt x="16571" y="7787"/>
                </a:lnTo>
                <a:lnTo>
                  <a:pt x="16523" y="7373"/>
                </a:lnTo>
                <a:lnTo>
                  <a:pt x="16450" y="6960"/>
                </a:lnTo>
                <a:lnTo>
                  <a:pt x="16377" y="6570"/>
                </a:lnTo>
                <a:lnTo>
                  <a:pt x="16279" y="6181"/>
                </a:lnTo>
                <a:lnTo>
                  <a:pt x="16158" y="5792"/>
                </a:lnTo>
                <a:lnTo>
                  <a:pt x="16036" y="5402"/>
                </a:lnTo>
                <a:lnTo>
                  <a:pt x="15890" y="5037"/>
                </a:lnTo>
                <a:lnTo>
                  <a:pt x="15720" y="4672"/>
                </a:lnTo>
                <a:lnTo>
                  <a:pt x="15549" y="4332"/>
                </a:lnTo>
                <a:lnTo>
                  <a:pt x="15355" y="3991"/>
                </a:lnTo>
                <a:lnTo>
                  <a:pt x="15136" y="3650"/>
                </a:lnTo>
                <a:lnTo>
                  <a:pt x="14917" y="3334"/>
                </a:lnTo>
                <a:lnTo>
                  <a:pt x="14649" y="3018"/>
                </a:lnTo>
                <a:lnTo>
                  <a:pt x="14406" y="2701"/>
                </a:lnTo>
                <a:lnTo>
                  <a:pt x="14114" y="2434"/>
                </a:lnTo>
                <a:lnTo>
                  <a:pt x="13822" y="2142"/>
                </a:lnTo>
                <a:lnTo>
                  <a:pt x="13505" y="1874"/>
                </a:lnTo>
                <a:lnTo>
                  <a:pt x="13213" y="1680"/>
                </a:lnTo>
                <a:lnTo>
                  <a:pt x="12897" y="1461"/>
                </a:lnTo>
                <a:lnTo>
                  <a:pt x="12605" y="1266"/>
                </a:lnTo>
                <a:lnTo>
                  <a:pt x="12289" y="1096"/>
                </a:lnTo>
                <a:lnTo>
                  <a:pt x="11632" y="779"/>
                </a:lnTo>
                <a:lnTo>
                  <a:pt x="10950" y="536"/>
                </a:lnTo>
                <a:lnTo>
                  <a:pt x="10561" y="414"/>
                </a:lnTo>
                <a:lnTo>
                  <a:pt x="10172" y="293"/>
                </a:lnTo>
                <a:lnTo>
                  <a:pt x="9783" y="220"/>
                </a:lnTo>
                <a:lnTo>
                  <a:pt x="9369" y="147"/>
                </a:lnTo>
                <a:lnTo>
                  <a:pt x="8834" y="74"/>
                </a:lnTo>
                <a:lnTo>
                  <a:pt x="8542" y="49"/>
                </a:lnTo>
                <a:lnTo>
                  <a:pt x="8274" y="74"/>
                </a:lnTo>
                <a:lnTo>
                  <a:pt x="8128" y="25"/>
                </a:lnTo>
                <a:lnTo>
                  <a:pt x="7982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9;p39"/>
          <p:cNvSpPr/>
          <p:nvPr/>
        </p:nvSpPr>
        <p:spPr>
          <a:xfrm>
            <a:off x="4730251" y="2203213"/>
            <a:ext cx="363230" cy="363755"/>
          </a:xfrm>
          <a:custGeom>
            <a:avLst/>
            <a:gdLst/>
            <a:ahLst/>
            <a:cxnLst/>
            <a:rect l="l" t="t" r="r" b="b"/>
            <a:pathLst>
              <a:path w="16620" h="16644" extrusionOk="0">
                <a:moveTo>
                  <a:pt x="11437" y="5767"/>
                </a:moveTo>
                <a:lnTo>
                  <a:pt x="11753" y="6132"/>
                </a:lnTo>
                <a:lnTo>
                  <a:pt x="12094" y="6522"/>
                </a:lnTo>
                <a:lnTo>
                  <a:pt x="11510" y="7179"/>
                </a:lnTo>
                <a:lnTo>
                  <a:pt x="11291" y="7008"/>
                </a:lnTo>
                <a:lnTo>
                  <a:pt x="11096" y="6862"/>
                </a:lnTo>
                <a:lnTo>
                  <a:pt x="10877" y="6668"/>
                </a:lnTo>
                <a:lnTo>
                  <a:pt x="10756" y="6570"/>
                </a:lnTo>
                <a:lnTo>
                  <a:pt x="10610" y="6497"/>
                </a:lnTo>
                <a:lnTo>
                  <a:pt x="10926" y="6230"/>
                </a:lnTo>
                <a:lnTo>
                  <a:pt x="10975" y="6303"/>
                </a:lnTo>
                <a:lnTo>
                  <a:pt x="11048" y="6400"/>
                </a:lnTo>
                <a:lnTo>
                  <a:pt x="11194" y="6546"/>
                </a:lnTo>
                <a:lnTo>
                  <a:pt x="11388" y="6789"/>
                </a:lnTo>
                <a:lnTo>
                  <a:pt x="11486" y="6887"/>
                </a:lnTo>
                <a:lnTo>
                  <a:pt x="11632" y="6960"/>
                </a:lnTo>
                <a:lnTo>
                  <a:pt x="11680" y="6960"/>
                </a:lnTo>
                <a:lnTo>
                  <a:pt x="11705" y="6911"/>
                </a:lnTo>
                <a:lnTo>
                  <a:pt x="11680" y="6765"/>
                </a:lnTo>
                <a:lnTo>
                  <a:pt x="11632" y="6619"/>
                </a:lnTo>
                <a:lnTo>
                  <a:pt x="11534" y="6522"/>
                </a:lnTo>
                <a:lnTo>
                  <a:pt x="11437" y="6400"/>
                </a:lnTo>
                <a:lnTo>
                  <a:pt x="11291" y="6205"/>
                </a:lnTo>
                <a:lnTo>
                  <a:pt x="11218" y="6108"/>
                </a:lnTo>
                <a:lnTo>
                  <a:pt x="11121" y="6059"/>
                </a:lnTo>
                <a:lnTo>
                  <a:pt x="11437" y="5767"/>
                </a:lnTo>
                <a:close/>
                <a:moveTo>
                  <a:pt x="10464" y="6643"/>
                </a:moveTo>
                <a:lnTo>
                  <a:pt x="10537" y="6765"/>
                </a:lnTo>
                <a:lnTo>
                  <a:pt x="10634" y="6887"/>
                </a:lnTo>
                <a:lnTo>
                  <a:pt x="10853" y="7106"/>
                </a:lnTo>
                <a:lnTo>
                  <a:pt x="11048" y="7300"/>
                </a:lnTo>
                <a:lnTo>
                  <a:pt x="11242" y="7495"/>
                </a:lnTo>
                <a:lnTo>
                  <a:pt x="11121" y="7641"/>
                </a:lnTo>
                <a:lnTo>
                  <a:pt x="10902" y="7446"/>
                </a:lnTo>
                <a:lnTo>
                  <a:pt x="10658" y="7276"/>
                </a:lnTo>
                <a:lnTo>
                  <a:pt x="10440" y="7057"/>
                </a:lnTo>
                <a:lnTo>
                  <a:pt x="10318" y="6960"/>
                </a:lnTo>
                <a:lnTo>
                  <a:pt x="10172" y="6887"/>
                </a:lnTo>
                <a:lnTo>
                  <a:pt x="10464" y="6643"/>
                </a:lnTo>
                <a:close/>
                <a:moveTo>
                  <a:pt x="10075" y="6984"/>
                </a:moveTo>
                <a:lnTo>
                  <a:pt x="10075" y="7057"/>
                </a:lnTo>
                <a:lnTo>
                  <a:pt x="10123" y="7130"/>
                </a:lnTo>
                <a:lnTo>
                  <a:pt x="10196" y="7276"/>
                </a:lnTo>
                <a:lnTo>
                  <a:pt x="10318" y="7398"/>
                </a:lnTo>
                <a:lnTo>
                  <a:pt x="10415" y="7519"/>
                </a:lnTo>
                <a:lnTo>
                  <a:pt x="10658" y="7714"/>
                </a:lnTo>
                <a:lnTo>
                  <a:pt x="10780" y="7811"/>
                </a:lnTo>
                <a:lnTo>
                  <a:pt x="10926" y="7909"/>
                </a:lnTo>
                <a:lnTo>
                  <a:pt x="10683" y="8176"/>
                </a:lnTo>
                <a:lnTo>
                  <a:pt x="10585" y="8055"/>
                </a:lnTo>
                <a:lnTo>
                  <a:pt x="10488" y="7957"/>
                </a:lnTo>
                <a:lnTo>
                  <a:pt x="10269" y="7787"/>
                </a:lnTo>
                <a:lnTo>
                  <a:pt x="10002" y="7519"/>
                </a:lnTo>
                <a:lnTo>
                  <a:pt x="9734" y="7276"/>
                </a:lnTo>
                <a:lnTo>
                  <a:pt x="10075" y="6984"/>
                </a:lnTo>
                <a:close/>
                <a:moveTo>
                  <a:pt x="9515" y="7495"/>
                </a:moveTo>
                <a:lnTo>
                  <a:pt x="9612" y="7617"/>
                </a:lnTo>
                <a:lnTo>
                  <a:pt x="9710" y="7738"/>
                </a:lnTo>
                <a:lnTo>
                  <a:pt x="9953" y="7957"/>
                </a:lnTo>
                <a:lnTo>
                  <a:pt x="10172" y="8201"/>
                </a:lnTo>
                <a:lnTo>
                  <a:pt x="10318" y="8347"/>
                </a:lnTo>
                <a:lnTo>
                  <a:pt x="10464" y="8444"/>
                </a:lnTo>
                <a:lnTo>
                  <a:pt x="10172" y="8809"/>
                </a:lnTo>
                <a:lnTo>
                  <a:pt x="9904" y="8468"/>
                </a:lnTo>
                <a:lnTo>
                  <a:pt x="9661" y="8176"/>
                </a:lnTo>
                <a:lnTo>
                  <a:pt x="9466" y="7933"/>
                </a:lnTo>
                <a:lnTo>
                  <a:pt x="9369" y="7811"/>
                </a:lnTo>
                <a:lnTo>
                  <a:pt x="9272" y="7714"/>
                </a:lnTo>
                <a:lnTo>
                  <a:pt x="9515" y="7495"/>
                </a:lnTo>
                <a:close/>
                <a:moveTo>
                  <a:pt x="9004" y="7933"/>
                </a:moveTo>
                <a:lnTo>
                  <a:pt x="9126" y="8128"/>
                </a:lnTo>
                <a:lnTo>
                  <a:pt x="9272" y="8298"/>
                </a:lnTo>
                <a:lnTo>
                  <a:pt x="9564" y="8663"/>
                </a:lnTo>
                <a:lnTo>
                  <a:pt x="9880" y="9028"/>
                </a:lnTo>
                <a:lnTo>
                  <a:pt x="9904" y="9077"/>
                </a:lnTo>
                <a:lnTo>
                  <a:pt x="9856" y="9125"/>
                </a:lnTo>
                <a:lnTo>
                  <a:pt x="9734" y="9271"/>
                </a:lnTo>
                <a:lnTo>
                  <a:pt x="9710" y="9198"/>
                </a:lnTo>
                <a:lnTo>
                  <a:pt x="9442" y="8858"/>
                </a:lnTo>
                <a:lnTo>
                  <a:pt x="9126" y="8517"/>
                </a:lnTo>
                <a:lnTo>
                  <a:pt x="8955" y="8322"/>
                </a:lnTo>
                <a:lnTo>
                  <a:pt x="8785" y="8152"/>
                </a:lnTo>
                <a:lnTo>
                  <a:pt x="9004" y="7933"/>
                </a:lnTo>
                <a:close/>
                <a:moveTo>
                  <a:pt x="8517" y="8371"/>
                </a:moveTo>
                <a:lnTo>
                  <a:pt x="8663" y="8590"/>
                </a:lnTo>
                <a:lnTo>
                  <a:pt x="8809" y="8785"/>
                </a:lnTo>
                <a:lnTo>
                  <a:pt x="9101" y="9150"/>
                </a:lnTo>
                <a:lnTo>
                  <a:pt x="9272" y="9320"/>
                </a:lnTo>
                <a:lnTo>
                  <a:pt x="9442" y="9466"/>
                </a:lnTo>
                <a:lnTo>
                  <a:pt x="9515" y="9490"/>
                </a:lnTo>
                <a:lnTo>
                  <a:pt x="9199" y="9806"/>
                </a:lnTo>
                <a:lnTo>
                  <a:pt x="9174" y="9709"/>
                </a:lnTo>
                <a:lnTo>
                  <a:pt x="9150" y="9612"/>
                </a:lnTo>
                <a:lnTo>
                  <a:pt x="9053" y="9442"/>
                </a:lnTo>
                <a:lnTo>
                  <a:pt x="8931" y="9271"/>
                </a:lnTo>
                <a:lnTo>
                  <a:pt x="8785" y="9125"/>
                </a:lnTo>
                <a:lnTo>
                  <a:pt x="8590" y="8833"/>
                </a:lnTo>
                <a:lnTo>
                  <a:pt x="8444" y="8663"/>
                </a:lnTo>
                <a:lnTo>
                  <a:pt x="8323" y="8541"/>
                </a:lnTo>
                <a:lnTo>
                  <a:pt x="8517" y="8371"/>
                </a:lnTo>
                <a:close/>
                <a:moveTo>
                  <a:pt x="5476" y="7787"/>
                </a:moveTo>
                <a:lnTo>
                  <a:pt x="5622" y="7982"/>
                </a:lnTo>
                <a:lnTo>
                  <a:pt x="5816" y="8176"/>
                </a:lnTo>
                <a:lnTo>
                  <a:pt x="6133" y="8444"/>
                </a:lnTo>
                <a:lnTo>
                  <a:pt x="6449" y="8736"/>
                </a:lnTo>
                <a:lnTo>
                  <a:pt x="6790" y="8979"/>
                </a:lnTo>
                <a:lnTo>
                  <a:pt x="6984" y="9125"/>
                </a:lnTo>
                <a:lnTo>
                  <a:pt x="7057" y="9174"/>
                </a:lnTo>
                <a:lnTo>
                  <a:pt x="7155" y="9198"/>
                </a:lnTo>
                <a:lnTo>
                  <a:pt x="7155" y="9247"/>
                </a:lnTo>
                <a:lnTo>
                  <a:pt x="7179" y="9296"/>
                </a:lnTo>
                <a:lnTo>
                  <a:pt x="7301" y="9296"/>
                </a:lnTo>
                <a:lnTo>
                  <a:pt x="7398" y="9271"/>
                </a:lnTo>
                <a:lnTo>
                  <a:pt x="7568" y="9198"/>
                </a:lnTo>
                <a:lnTo>
                  <a:pt x="7617" y="9344"/>
                </a:lnTo>
                <a:lnTo>
                  <a:pt x="7690" y="9490"/>
                </a:lnTo>
                <a:lnTo>
                  <a:pt x="7885" y="9758"/>
                </a:lnTo>
                <a:lnTo>
                  <a:pt x="8006" y="9952"/>
                </a:lnTo>
                <a:lnTo>
                  <a:pt x="8177" y="10098"/>
                </a:lnTo>
                <a:lnTo>
                  <a:pt x="8250" y="10171"/>
                </a:lnTo>
                <a:lnTo>
                  <a:pt x="8347" y="10220"/>
                </a:lnTo>
                <a:lnTo>
                  <a:pt x="8469" y="10269"/>
                </a:lnTo>
                <a:lnTo>
                  <a:pt x="8566" y="10293"/>
                </a:lnTo>
                <a:lnTo>
                  <a:pt x="8615" y="10269"/>
                </a:lnTo>
                <a:lnTo>
                  <a:pt x="8615" y="10244"/>
                </a:lnTo>
                <a:lnTo>
                  <a:pt x="8542" y="10074"/>
                </a:lnTo>
                <a:lnTo>
                  <a:pt x="8420" y="9904"/>
                </a:lnTo>
                <a:lnTo>
                  <a:pt x="8177" y="9636"/>
                </a:lnTo>
                <a:lnTo>
                  <a:pt x="8055" y="9490"/>
                </a:lnTo>
                <a:lnTo>
                  <a:pt x="7982" y="9344"/>
                </a:lnTo>
                <a:lnTo>
                  <a:pt x="7885" y="9174"/>
                </a:lnTo>
                <a:lnTo>
                  <a:pt x="7763" y="9052"/>
                </a:lnTo>
                <a:lnTo>
                  <a:pt x="8079" y="8760"/>
                </a:lnTo>
                <a:lnTo>
                  <a:pt x="8128" y="8906"/>
                </a:lnTo>
                <a:lnTo>
                  <a:pt x="8225" y="9028"/>
                </a:lnTo>
                <a:lnTo>
                  <a:pt x="8420" y="9271"/>
                </a:lnTo>
                <a:lnTo>
                  <a:pt x="8542" y="9466"/>
                </a:lnTo>
                <a:lnTo>
                  <a:pt x="8688" y="9661"/>
                </a:lnTo>
                <a:lnTo>
                  <a:pt x="8785" y="9758"/>
                </a:lnTo>
                <a:lnTo>
                  <a:pt x="8882" y="9831"/>
                </a:lnTo>
                <a:lnTo>
                  <a:pt x="8980" y="9879"/>
                </a:lnTo>
                <a:lnTo>
                  <a:pt x="9077" y="9928"/>
                </a:lnTo>
                <a:lnTo>
                  <a:pt x="8615" y="10366"/>
                </a:lnTo>
                <a:lnTo>
                  <a:pt x="8250" y="10682"/>
                </a:lnTo>
                <a:lnTo>
                  <a:pt x="8225" y="10634"/>
                </a:lnTo>
                <a:lnTo>
                  <a:pt x="8201" y="10585"/>
                </a:lnTo>
                <a:lnTo>
                  <a:pt x="8031" y="10366"/>
                </a:lnTo>
                <a:lnTo>
                  <a:pt x="7812" y="10171"/>
                </a:lnTo>
                <a:lnTo>
                  <a:pt x="7374" y="9782"/>
                </a:lnTo>
                <a:lnTo>
                  <a:pt x="6960" y="9393"/>
                </a:lnTo>
                <a:lnTo>
                  <a:pt x="6546" y="9004"/>
                </a:lnTo>
                <a:lnTo>
                  <a:pt x="5670" y="8225"/>
                </a:lnTo>
                <a:lnTo>
                  <a:pt x="5500" y="8079"/>
                </a:lnTo>
                <a:lnTo>
                  <a:pt x="5330" y="7933"/>
                </a:lnTo>
                <a:lnTo>
                  <a:pt x="5476" y="7787"/>
                </a:lnTo>
                <a:close/>
                <a:moveTo>
                  <a:pt x="5062" y="8152"/>
                </a:moveTo>
                <a:lnTo>
                  <a:pt x="5232" y="8322"/>
                </a:lnTo>
                <a:lnTo>
                  <a:pt x="5403" y="8493"/>
                </a:lnTo>
                <a:lnTo>
                  <a:pt x="6279" y="9271"/>
                </a:lnTo>
                <a:lnTo>
                  <a:pt x="6692" y="9636"/>
                </a:lnTo>
                <a:lnTo>
                  <a:pt x="7155" y="10025"/>
                </a:lnTo>
                <a:lnTo>
                  <a:pt x="7374" y="10220"/>
                </a:lnTo>
                <a:lnTo>
                  <a:pt x="7593" y="10415"/>
                </a:lnTo>
                <a:lnTo>
                  <a:pt x="7812" y="10609"/>
                </a:lnTo>
                <a:lnTo>
                  <a:pt x="8055" y="10780"/>
                </a:lnTo>
                <a:lnTo>
                  <a:pt x="8104" y="10804"/>
                </a:lnTo>
                <a:lnTo>
                  <a:pt x="7982" y="10901"/>
                </a:lnTo>
                <a:lnTo>
                  <a:pt x="6254" y="9466"/>
                </a:lnTo>
                <a:lnTo>
                  <a:pt x="5597" y="8882"/>
                </a:lnTo>
                <a:lnTo>
                  <a:pt x="5232" y="8590"/>
                </a:lnTo>
                <a:lnTo>
                  <a:pt x="5062" y="8468"/>
                </a:lnTo>
                <a:lnTo>
                  <a:pt x="4867" y="8347"/>
                </a:lnTo>
                <a:lnTo>
                  <a:pt x="5038" y="8176"/>
                </a:lnTo>
                <a:lnTo>
                  <a:pt x="5062" y="8152"/>
                </a:lnTo>
                <a:close/>
                <a:moveTo>
                  <a:pt x="4746" y="8493"/>
                </a:moveTo>
                <a:lnTo>
                  <a:pt x="4867" y="8663"/>
                </a:lnTo>
                <a:lnTo>
                  <a:pt x="5038" y="8809"/>
                </a:lnTo>
                <a:lnTo>
                  <a:pt x="5378" y="9101"/>
                </a:lnTo>
                <a:lnTo>
                  <a:pt x="6060" y="9636"/>
                </a:lnTo>
                <a:lnTo>
                  <a:pt x="7787" y="11072"/>
                </a:lnTo>
                <a:lnTo>
                  <a:pt x="7617" y="11218"/>
                </a:lnTo>
                <a:lnTo>
                  <a:pt x="7398" y="11047"/>
                </a:lnTo>
                <a:lnTo>
                  <a:pt x="7155" y="10877"/>
                </a:lnTo>
                <a:lnTo>
                  <a:pt x="6911" y="10707"/>
                </a:lnTo>
                <a:lnTo>
                  <a:pt x="6668" y="10536"/>
                </a:lnTo>
                <a:lnTo>
                  <a:pt x="6181" y="10123"/>
                </a:lnTo>
                <a:lnTo>
                  <a:pt x="5719" y="9709"/>
                </a:lnTo>
                <a:lnTo>
                  <a:pt x="5281" y="9247"/>
                </a:lnTo>
                <a:lnTo>
                  <a:pt x="4867" y="8760"/>
                </a:lnTo>
                <a:lnTo>
                  <a:pt x="4770" y="8663"/>
                </a:lnTo>
                <a:lnTo>
                  <a:pt x="4673" y="8566"/>
                </a:lnTo>
                <a:lnTo>
                  <a:pt x="4746" y="8493"/>
                </a:lnTo>
                <a:close/>
                <a:moveTo>
                  <a:pt x="11437" y="5256"/>
                </a:moveTo>
                <a:lnTo>
                  <a:pt x="11364" y="5281"/>
                </a:lnTo>
                <a:lnTo>
                  <a:pt x="11315" y="5305"/>
                </a:lnTo>
                <a:lnTo>
                  <a:pt x="11218" y="5354"/>
                </a:lnTo>
                <a:lnTo>
                  <a:pt x="10075" y="6376"/>
                </a:lnTo>
                <a:lnTo>
                  <a:pt x="8931" y="7422"/>
                </a:lnTo>
                <a:lnTo>
                  <a:pt x="8347" y="7933"/>
                </a:lnTo>
                <a:lnTo>
                  <a:pt x="7787" y="8468"/>
                </a:lnTo>
                <a:lnTo>
                  <a:pt x="7544" y="8663"/>
                </a:lnTo>
                <a:lnTo>
                  <a:pt x="7325" y="8882"/>
                </a:lnTo>
                <a:lnTo>
                  <a:pt x="7228" y="8785"/>
                </a:lnTo>
                <a:lnTo>
                  <a:pt x="7106" y="8712"/>
                </a:lnTo>
                <a:lnTo>
                  <a:pt x="6717" y="8395"/>
                </a:lnTo>
                <a:lnTo>
                  <a:pt x="6327" y="8079"/>
                </a:lnTo>
                <a:lnTo>
                  <a:pt x="6011" y="7763"/>
                </a:lnTo>
                <a:lnTo>
                  <a:pt x="5768" y="7568"/>
                </a:lnTo>
                <a:lnTo>
                  <a:pt x="5670" y="7495"/>
                </a:lnTo>
                <a:lnTo>
                  <a:pt x="5573" y="7446"/>
                </a:lnTo>
                <a:lnTo>
                  <a:pt x="5524" y="7422"/>
                </a:lnTo>
                <a:lnTo>
                  <a:pt x="5427" y="7373"/>
                </a:lnTo>
                <a:lnTo>
                  <a:pt x="5330" y="7373"/>
                </a:lnTo>
                <a:lnTo>
                  <a:pt x="5232" y="7398"/>
                </a:lnTo>
                <a:lnTo>
                  <a:pt x="5135" y="7446"/>
                </a:lnTo>
                <a:lnTo>
                  <a:pt x="4940" y="7568"/>
                </a:lnTo>
                <a:lnTo>
                  <a:pt x="4794" y="7690"/>
                </a:lnTo>
                <a:lnTo>
                  <a:pt x="4575" y="7860"/>
                </a:lnTo>
                <a:lnTo>
                  <a:pt x="4381" y="8030"/>
                </a:lnTo>
                <a:lnTo>
                  <a:pt x="4283" y="8152"/>
                </a:lnTo>
                <a:lnTo>
                  <a:pt x="4210" y="8249"/>
                </a:lnTo>
                <a:lnTo>
                  <a:pt x="4162" y="8371"/>
                </a:lnTo>
                <a:lnTo>
                  <a:pt x="4137" y="8493"/>
                </a:lnTo>
                <a:lnTo>
                  <a:pt x="4162" y="8566"/>
                </a:lnTo>
                <a:lnTo>
                  <a:pt x="4210" y="8639"/>
                </a:lnTo>
                <a:lnTo>
                  <a:pt x="4259" y="8687"/>
                </a:lnTo>
                <a:lnTo>
                  <a:pt x="4332" y="8712"/>
                </a:lnTo>
                <a:lnTo>
                  <a:pt x="4356" y="8809"/>
                </a:lnTo>
                <a:lnTo>
                  <a:pt x="4405" y="8906"/>
                </a:lnTo>
                <a:lnTo>
                  <a:pt x="4478" y="9028"/>
                </a:lnTo>
                <a:lnTo>
                  <a:pt x="4551" y="9150"/>
                </a:lnTo>
                <a:lnTo>
                  <a:pt x="4721" y="9344"/>
                </a:lnTo>
                <a:lnTo>
                  <a:pt x="4940" y="9588"/>
                </a:lnTo>
                <a:lnTo>
                  <a:pt x="5135" y="9831"/>
                </a:lnTo>
                <a:lnTo>
                  <a:pt x="5597" y="10269"/>
                </a:lnTo>
                <a:lnTo>
                  <a:pt x="5987" y="10634"/>
                </a:lnTo>
                <a:lnTo>
                  <a:pt x="6425" y="10999"/>
                </a:lnTo>
                <a:lnTo>
                  <a:pt x="6668" y="11169"/>
                </a:lnTo>
                <a:lnTo>
                  <a:pt x="6887" y="11315"/>
                </a:lnTo>
                <a:lnTo>
                  <a:pt x="7130" y="11461"/>
                </a:lnTo>
                <a:lnTo>
                  <a:pt x="7374" y="11583"/>
                </a:lnTo>
                <a:lnTo>
                  <a:pt x="7349" y="11607"/>
                </a:lnTo>
                <a:lnTo>
                  <a:pt x="7349" y="11680"/>
                </a:lnTo>
                <a:lnTo>
                  <a:pt x="7374" y="11753"/>
                </a:lnTo>
                <a:lnTo>
                  <a:pt x="7422" y="11777"/>
                </a:lnTo>
                <a:lnTo>
                  <a:pt x="7495" y="11777"/>
                </a:lnTo>
                <a:lnTo>
                  <a:pt x="7666" y="11729"/>
                </a:lnTo>
                <a:lnTo>
                  <a:pt x="7836" y="11631"/>
                </a:lnTo>
                <a:lnTo>
                  <a:pt x="7982" y="11534"/>
                </a:lnTo>
                <a:lnTo>
                  <a:pt x="8128" y="11412"/>
                </a:lnTo>
                <a:lnTo>
                  <a:pt x="8420" y="11145"/>
                </a:lnTo>
                <a:lnTo>
                  <a:pt x="8663" y="10901"/>
                </a:lnTo>
                <a:lnTo>
                  <a:pt x="9369" y="10244"/>
                </a:lnTo>
                <a:lnTo>
                  <a:pt x="10050" y="9563"/>
                </a:lnTo>
                <a:lnTo>
                  <a:pt x="10658" y="8955"/>
                </a:lnTo>
                <a:lnTo>
                  <a:pt x="11291" y="8298"/>
                </a:lnTo>
                <a:lnTo>
                  <a:pt x="11875" y="7617"/>
                </a:lnTo>
                <a:lnTo>
                  <a:pt x="12143" y="7276"/>
                </a:lnTo>
                <a:lnTo>
                  <a:pt x="12410" y="6911"/>
                </a:lnTo>
                <a:lnTo>
                  <a:pt x="12483" y="6960"/>
                </a:lnTo>
                <a:lnTo>
                  <a:pt x="12556" y="6984"/>
                </a:lnTo>
                <a:lnTo>
                  <a:pt x="12654" y="6984"/>
                </a:lnTo>
                <a:lnTo>
                  <a:pt x="12727" y="6935"/>
                </a:lnTo>
                <a:lnTo>
                  <a:pt x="12775" y="6887"/>
                </a:lnTo>
                <a:lnTo>
                  <a:pt x="12824" y="6814"/>
                </a:lnTo>
                <a:lnTo>
                  <a:pt x="12824" y="6741"/>
                </a:lnTo>
                <a:lnTo>
                  <a:pt x="12775" y="6643"/>
                </a:lnTo>
                <a:lnTo>
                  <a:pt x="12532" y="6327"/>
                </a:lnTo>
                <a:lnTo>
                  <a:pt x="12240" y="6011"/>
                </a:lnTo>
                <a:lnTo>
                  <a:pt x="11924" y="5646"/>
                </a:lnTo>
                <a:lnTo>
                  <a:pt x="11778" y="5475"/>
                </a:lnTo>
                <a:lnTo>
                  <a:pt x="11583" y="5305"/>
                </a:lnTo>
                <a:lnTo>
                  <a:pt x="11510" y="5256"/>
                </a:lnTo>
                <a:close/>
                <a:moveTo>
                  <a:pt x="8104" y="439"/>
                </a:moveTo>
                <a:lnTo>
                  <a:pt x="8371" y="487"/>
                </a:lnTo>
                <a:lnTo>
                  <a:pt x="8663" y="536"/>
                </a:lnTo>
                <a:lnTo>
                  <a:pt x="9247" y="585"/>
                </a:lnTo>
                <a:lnTo>
                  <a:pt x="9588" y="633"/>
                </a:lnTo>
                <a:lnTo>
                  <a:pt x="9904" y="706"/>
                </a:lnTo>
                <a:lnTo>
                  <a:pt x="10537" y="877"/>
                </a:lnTo>
                <a:lnTo>
                  <a:pt x="10877" y="998"/>
                </a:lnTo>
                <a:lnTo>
                  <a:pt x="11218" y="1120"/>
                </a:lnTo>
                <a:lnTo>
                  <a:pt x="11559" y="1266"/>
                </a:lnTo>
                <a:lnTo>
                  <a:pt x="11875" y="1412"/>
                </a:lnTo>
                <a:lnTo>
                  <a:pt x="12191" y="1582"/>
                </a:lnTo>
                <a:lnTo>
                  <a:pt x="12508" y="1752"/>
                </a:lnTo>
                <a:lnTo>
                  <a:pt x="13116" y="2166"/>
                </a:lnTo>
                <a:lnTo>
                  <a:pt x="13408" y="2385"/>
                </a:lnTo>
                <a:lnTo>
                  <a:pt x="13700" y="2628"/>
                </a:lnTo>
                <a:lnTo>
                  <a:pt x="13968" y="2896"/>
                </a:lnTo>
                <a:lnTo>
                  <a:pt x="14235" y="3188"/>
                </a:lnTo>
                <a:lnTo>
                  <a:pt x="14479" y="3456"/>
                </a:lnTo>
                <a:lnTo>
                  <a:pt x="14698" y="3772"/>
                </a:lnTo>
                <a:lnTo>
                  <a:pt x="14917" y="4088"/>
                </a:lnTo>
                <a:lnTo>
                  <a:pt x="15111" y="4405"/>
                </a:lnTo>
                <a:lnTo>
                  <a:pt x="15282" y="4745"/>
                </a:lnTo>
                <a:lnTo>
                  <a:pt x="15452" y="5086"/>
                </a:lnTo>
                <a:lnTo>
                  <a:pt x="15574" y="5427"/>
                </a:lnTo>
                <a:lnTo>
                  <a:pt x="15720" y="5792"/>
                </a:lnTo>
                <a:lnTo>
                  <a:pt x="15817" y="6157"/>
                </a:lnTo>
                <a:lnTo>
                  <a:pt x="15914" y="6522"/>
                </a:lnTo>
                <a:lnTo>
                  <a:pt x="15987" y="6887"/>
                </a:lnTo>
                <a:lnTo>
                  <a:pt x="16036" y="7276"/>
                </a:lnTo>
                <a:lnTo>
                  <a:pt x="16109" y="8079"/>
                </a:lnTo>
                <a:lnTo>
                  <a:pt x="16109" y="8468"/>
                </a:lnTo>
                <a:lnTo>
                  <a:pt x="16109" y="8858"/>
                </a:lnTo>
                <a:lnTo>
                  <a:pt x="16085" y="9271"/>
                </a:lnTo>
                <a:lnTo>
                  <a:pt x="16060" y="9661"/>
                </a:lnTo>
                <a:lnTo>
                  <a:pt x="15987" y="10050"/>
                </a:lnTo>
                <a:lnTo>
                  <a:pt x="15914" y="10439"/>
                </a:lnTo>
                <a:lnTo>
                  <a:pt x="15817" y="10828"/>
                </a:lnTo>
                <a:lnTo>
                  <a:pt x="15695" y="11193"/>
                </a:lnTo>
                <a:lnTo>
                  <a:pt x="15549" y="11558"/>
                </a:lnTo>
                <a:lnTo>
                  <a:pt x="15379" y="11899"/>
                </a:lnTo>
                <a:lnTo>
                  <a:pt x="15184" y="12240"/>
                </a:lnTo>
                <a:lnTo>
                  <a:pt x="14965" y="12580"/>
                </a:lnTo>
                <a:lnTo>
                  <a:pt x="14722" y="12872"/>
                </a:lnTo>
                <a:lnTo>
                  <a:pt x="14430" y="13189"/>
                </a:lnTo>
                <a:lnTo>
                  <a:pt x="14138" y="13456"/>
                </a:lnTo>
                <a:lnTo>
                  <a:pt x="13846" y="13700"/>
                </a:lnTo>
                <a:lnTo>
                  <a:pt x="13530" y="13943"/>
                </a:lnTo>
                <a:lnTo>
                  <a:pt x="13213" y="14186"/>
                </a:lnTo>
                <a:lnTo>
                  <a:pt x="12532" y="14624"/>
                </a:lnTo>
                <a:lnTo>
                  <a:pt x="11851" y="15014"/>
                </a:lnTo>
                <a:lnTo>
                  <a:pt x="11510" y="15184"/>
                </a:lnTo>
                <a:lnTo>
                  <a:pt x="11145" y="15330"/>
                </a:lnTo>
                <a:lnTo>
                  <a:pt x="10415" y="15622"/>
                </a:lnTo>
                <a:lnTo>
                  <a:pt x="10050" y="15744"/>
                </a:lnTo>
                <a:lnTo>
                  <a:pt x="9685" y="15841"/>
                </a:lnTo>
                <a:lnTo>
                  <a:pt x="9320" y="15963"/>
                </a:lnTo>
                <a:lnTo>
                  <a:pt x="8980" y="16109"/>
                </a:lnTo>
                <a:lnTo>
                  <a:pt x="8907" y="16157"/>
                </a:lnTo>
                <a:lnTo>
                  <a:pt x="8882" y="16230"/>
                </a:lnTo>
                <a:lnTo>
                  <a:pt x="8104" y="16230"/>
                </a:lnTo>
                <a:lnTo>
                  <a:pt x="7739" y="16206"/>
                </a:lnTo>
                <a:lnTo>
                  <a:pt x="7349" y="16157"/>
                </a:lnTo>
                <a:lnTo>
                  <a:pt x="6984" y="16109"/>
                </a:lnTo>
                <a:lnTo>
                  <a:pt x="6619" y="16011"/>
                </a:lnTo>
                <a:lnTo>
                  <a:pt x="6254" y="15914"/>
                </a:lnTo>
                <a:lnTo>
                  <a:pt x="5889" y="15817"/>
                </a:lnTo>
                <a:lnTo>
                  <a:pt x="5524" y="15695"/>
                </a:lnTo>
                <a:lnTo>
                  <a:pt x="5184" y="15549"/>
                </a:lnTo>
                <a:lnTo>
                  <a:pt x="4843" y="15379"/>
                </a:lnTo>
                <a:lnTo>
                  <a:pt x="4502" y="15208"/>
                </a:lnTo>
                <a:lnTo>
                  <a:pt x="4162" y="15014"/>
                </a:lnTo>
                <a:lnTo>
                  <a:pt x="3845" y="14795"/>
                </a:lnTo>
                <a:lnTo>
                  <a:pt x="3553" y="14576"/>
                </a:lnTo>
                <a:lnTo>
                  <a:pt x="3237" y="14357"/>
                </a:lnTo>
                <a:lnTo>
                  <a:pt x="2921" y="14065"/>
                </a:lnTo>
                <a:lnTo>
                  <a:pt x="2629" y="13797"/>
                </a:lnTo>
                <a:lnTo>
                  <a:pt x="2361" y="13481"/>
                </a:lnTo>
                <a:lnTo>
                  <a:pt x="2094" y="13164"/>
                </a:lnTo>
                <a:lnTo>
                  <a:pt x="1850" y="12824"/>
                </a:lnTo>
                <a:lnTo>
                  <a:pt x="1631" y="12483"/>
                </a:lnTo>
                <a:lnTo>
                  <a:pt x="1437" y="12142"/>
                </a:lnTo>
                <a:lnTo>
                  <a:pt x="1242" y="11777"/>
                </a:lnTo>
                <a:lnTo>
                  <a:pt x="1096" y="11412"/>
                </a:lnTo>
                <a:lnTo>
                  <a:pt x="950" y="11023"/>
                </a:lnTo>
                <a:lnTo>
                  <a:pt x="804" y="10634"/>
                </a:lnTo>
                <a:lnTo>
                  <a:pt x="707" y="10244"/>
                </a:lnTo>
                <a:lnTo>
                  <a:pt x="609" y="9831"/>
                </a:lnTo>
                <a:lnTo>
                  <a:pt x="561" y="9442"/>
                </a:lnTo>
                <a:lnTo>
                  <a:pt x="512" y="9028"/>
                </a:lnTo>
                <a:lnTo>
                  <a:pt x="463" y="8614"/>
                </a:lnTo>
                <a:lnTo>
                  <a:pt x="463" y="8201"/>
                </a:lnTo>
                <a:lnTo>
                  <a:pt x="488" y="7787"/>
                </a:lnTo>
                <a:lnTo>
                  <a:pt x="512" y="7373"/>
                </a:lnTo>
                <a:lnTo>
                  <a:pt x="585" y="6960"/>
                </a:lnTo>
                <a:lnTo>
                  <a:pt x="658" y="6570"/>
                </a:lnTo>
                <a:lnTo>
                  <a:pt x="755" y="6181"/>
                </a:lnTo>
                <a:lnTo>
                  <a:pt x="877" y="5792"/>
                </a:lnTo>
                <a:lnTo>
                  <a:pt x="1023" y="5402"/>
                </a:lnTo>
                <a:lnTo>
                  <a:pt x="1169" y="5037"/>
                </a:lnTo>
                <a:lnTo>
                  <a:pt x="1364" y="4672"/>
                </a:lnTo>
                <a:lnTo>
                  <a:pt x="1558" y="4307"/>
                </a:lnTo>
                <a:lnTo>
                  <a:pt x="1777" y="3967"/>
                </a:lnTo>
                <a:lnTo>
                  <a:pt x="1996" y="3626"/>
                </a:lnTo>
                <a:lnTo>
                  <a:pt x="2264" y="3310"/>
                </a:lnTo>
                <a:lnTo>
                  <a:pt x="2532" y="2993"/>
                </a:lnTo>
                <a:lnTo>
                  <a:pt x="2823" y="2701"/>
                </a:lnTo>
                <a:lnTo>
                  <a:pt x="3115" y="2434"/>
                </a:lnTo>
                <a:lnTo>
                  <a:pt x="3432" y="2190"/>
                </a:lnTo>
                <a:lnTo>
                  <a:pt x="3748" y="1947"/>
                </a:lnTo>
                <a:lnTo>
                  <a:pt x="4089" y="1728"/>
                </a:lnTo>
                <a:lnTo>
                  <a:pt x="4429" y="1509"/>
                </a:lnTo>
                <a:lnTo>
                  <a:pt x="4794" y="1339"/>
                </a:lnTo>
                <a:lnTo>
                  <a:pt x="5159" y="1169"/>
                </a:lnTo>
                <a:lnTo>
                  <a:pt x="5524" y="998"/>
                </a:lnTo>
                <a:lnTo>
                  <a:pt x="5865" y="877"/>
                </a:lnTo>
                <a:lnTo>
                  <a:pt x="6206" y="779"/>
                </a:lnTo>
                <a:lnTo>
                  <a:pt x="6911" y="609"/>
                </a:lnTo>
                <a:lnTo>
                  <a:pt x="7203" y="560"/>
                </a:lnTo>
                <a:lnTo>
                  <a:pt x="7520" y="536"/>
                </a:lnTo>
                <a:lnTo>
                  <a:pt x="7812" y="487"/>
                </a:lnTo>
                <a:lnTo>
                  <a:pt x="8104" y="439"/>
                </a:lnTo>
                <a:close/>
                <a:moveTo>
                  <a:pt x="7690" y="1"/>
                </a:moveTo>
                <a:lnTo>
                  <a:pt x="7374" y="25"/>
                </a:lnTo>
                <a:lnTo>
                  <a:pt x="7057" y="74"/>
                </a:lnTo>
                <a:lnTo>
                  <a:pt x="6644" y="147"/>
                </a:lnTo>
                <a:lnTo>
                  <a:pt x="6206" y="244"/>
                </a:lnTo>
                <a:lnTo>
                  <a:pt x="5792" y="366"/>
                </a:lnTo>
                <a:lnTo>
                  <a:pt x="5403" y="512"/>
                </a:lnTo>
                <a:lnTo>
                  <a:pt x="5013" y="682"/>
                </a:lnTo>
                <a:lnTo>
                  <a:pt x="4624" y="852"/>
                </a:lnTo>
                <a:lnTo>
                  <a:pt x="4259" y="1047"/>
                </a:lnTo>
                <a:lnTo>
                  <a:pt x="3918" y="1266"/>
                </a:lnTo>
                <a:lnTo>
                  <a:pt x="3578" y="1485"/>
                </a:lnTo>
                <a:lnTo>
                  <a:pt x="3237" y="1752"/>
                </a:lnTo>
                <a:lnTo>
                  <a:pt x="2921" y="1996"/>
                </a:lnTo>
                <a:lnTo>
                  <a:pt x="2604" y="2288"/>
                </a:lnTo>
                <a:lnTo>
                  <a:pt x="2288" y="2580"/>
                </a:lnTo>
                <a:lnTo>
                  <a:pt x="1996" y="2896"/>
                </a:lnTo>
                <a:lnTo>
                  <a:pt x="1704" y="3237"/>
                </a:lnTo>
                <a:lnTo>
                  <a:pt x="1461" y="3577"/>
                </a:lnTo>
                <a:lnTo>
                  <a:pt x="1218" y="3942"/>
                </a:lnTo>
                <a:lnTo>
                  <a:pt x="999" y="4307"/>
                </a:lnTo>
                <a:lnTo>
                  <a:pt x="804" y="4697"/>
                </a:lnTo>
                <a:lnTo>
                  <a:pt x="634" y="5086"/>
                </a:lnTo>
                <a:lnTo>
                  <a:pt x="488" y="5500"/>
                </a:lnTo>
                <a:lnTo>
                  <a:pt x="342" y="5889"/>
                </a:lnTo>
                <a:lnTo>
                  <a:pt x="244" y="6303"/>
                </a:lnTo>
                <a:lnTo>
                  <a:pt x="147" y="6741"/>
                </a:lnTo>
                <a:lnTo>
                  <a:pt x="74" y="7154"/>
                </a:lnTo>
                <a:lnTo>
                  <a:pt x="25" y="7592"/>
                </a:lnTo>
                <a:lnTo>
                  <a:pt x="1" y="8030"/>
                </a:lnTo>
                <a:lnTo>
                  <a:pt x="1" y="8468"/>
                </a:lnTo>
                <a:lnTo>
                  <a:pt x="1" y="8906"/>
                </a:lnTo>
                <a:lnTo>
                  <a:pt x="50" y="9344"/>
                </a:lnTo>
                <a:lnTo>
                  <a:pt x="98" y="9782"/>
                </a:lnTo>
                <a:lnTo>
                  <a:pt x="196" y="10196"/>
                </a:lnTo>
                <a:lnTo>
                  <a:pt x="293" y="10609"/>
                </a:lnTo>
                <a:lnTo>
                  <a:pt x="439" y="11023"/>
                </a:lnTo>
                <a:lnTo>
                  <a:pt x="585" y="11412"/>
                </a:lnTo>
                <a:lnTo>
                  <a:pt x="755" y="11802"/>
                </a:lnTo>
                <a:lnTo>
                  <a:pt x="926" y="12167"/>
                </a:lnTo>
                <a:lnTo>
                  <a:pt x="1145" y="12532"/>
                </a:lnTo>
                <a:lnTo>
                  <a:pt x="1364" y="12897"/>
                </a:lnTo>
                <a:lnTo>
                  <a:pt x="1607" y="13237"/>
                </a:lnTo>
                <a:lnTo>
                  <a:pt x="1875" y="13578"/>
                </a:lnTo>
                <a:lnTo>
                  <a:pt x="2142" y="13870"/>
                </a:lnTo>
                <a:lnTo>
                  <a:pt x="2434" y="14186"/>
                </a:lnTo>
                <a:lnTo>
                  <a:pt x="2726" y="14478"/>
                </a:lnTo>
                <a:lnTo>
                  <a:pt x="3067" y="14746"/>
                </a:lnTo>
                <a:lnTo>
                  <a:pt x="3383" y="14989"/>
                </a:lnTo>
                <a:lnTo>
                  <a:pt x="3724" y="15233"/>
                </a:lnTo>
                <a:lnTo>
                  <a:pt x="4089" y="15452"/>
                </a:lnTo>
                <a:lnTo>
                  <a:pt x="4454" y="15671"/>
                </a:lnTo>
                <a:lnTo>
                  <a:pt x="4819" y="15841"/>
                </a:lnTo>
                <a:lnTo>
                  <a:pt x="5208" y="16011"/>
                </a:lnTo>
                <a:lnTo>
                  <a:pt x="5597" y="16182"/>
                </a:lnTo>
                <a:lnTo>
                  <a:pt x="6011" y="16303"/>
                </a:lnTo>
                <a:lnTo>
                  <a:pt x="6425" y="16401"/>
                </a:lnTo>
                <a:lnTo>
                  <a:pt x="6838" y="16498"/>
                </a:lnTo>
                <a:lnTo>
                  <a:pt x="7252" y="16571"/>
                </a:lnTo>
                <a:lnTo>
                  <a:pt x="7690" y="16620"/>
                </a:lnTo>
                <a:lnTo>
                  <a:pt x="8128" y="16644"/>
                </a:lnTo>
                <a:lnTo>
                  <a:pt x="8566" y="16644"/>
                </a:lnTo>
                <a:lnTo>
                  <a:pt x="9004" y="16620"/>
                </a:lnTo>
                <a:lnTo>
                  <a:pt x="9101" y="16571"/>
                </a:lnTo>
                <a:lnTo>
                  <a:pt x="9174" y="16522"/>
                </a:lnTo>
                <a:lnTo>
                  <a:pt x="9539" y="16498"/>
                </a:lnTo>
                <a:lnTo>
                  <a:pt x="9929" y="16425"/>
                </a:lnTo>
                <a:lnTo>
                  <a:pt x="10318" y="16303"/>
                </a:lnTo>
                <a:lnTo>
                  <a:pt x="10707" y="16182"/>
                </a:lnTo>
                <a:lnTo>
                  <a:pt x="11072" y="16011"/>
                </a:lnTo>
                <a:lnTo>
                  <a:pt x="11437" y="15841"/>
                </a:lnTo>
                <a:lnTo>
                  <a:pt x="12143" y="15500"/>
                </a:lnTo>
                <a:lnTo>
                  <a:pt x="12508" y="15306"/>
                </a:lnTo>
                <a:lnTo>
                  <a:pt x="12848" y="15087"/>
                </a:lnTo>
                <a:lnTo>
                  <a:pt x="13213" y="14868"/>
                </a:lnTo>
                <a:lnTo>
                  <a:pt x="13554" y="14624"/>
                </a:lnTo>
                <a:lnTo>
                  <a:pt x="13895" y="14381"/>
                </a:lnTo>
                <a:lnTo>
                  <a:pt x="14211" y="14138"/>
                </a:lnTo>
                <a:lnTo>
                  <a:pt x="14527" y="13846"/>
                </a:lnTo>
                <a:lnTo>
                  <a:pt x="14819" y="13578"/>
                </a:lnTo>
                <a:lnTo>
                  <a:pt x="15111" y="13262"/>
                </a:lnTo>
                <a:lnTo>
                  <a:pt x="15379" y="12945"/>
                </a:lnTo>
                <a:lnTo>
                  <a:pt x="15598" y="12605"/>
                </a:lnTo>
                <a:lnTo>
                  <a:pt x="15817" y="12240"/>
                </a:lnTo>
                <a:lnTo>
                  <a:pt x="15987" y="11875"/>
                </a:lnTo>
                <a:lnTo>
                  <a:pt x="16158" y="11485"/>
                </a:lnTo>
                <a:lnTo>
                  <a:pt x="16279" y="11096"/>
                </a:lnTo>
                <a:lnTo>
                  <a:pt x="16401" y="10682"/>
                </a:lnTo>
                <a:lnTo>
                  <a:pt x="16474" y="10269"/>
                </a:lnTo>
                <a:lnTo>
                  <a:pt x="16547" y="9855"/>
                </a:lnTo>
                <a:lnTo>
                  <a:pt x="16596" y="9442"/>
                </a:lnTo>
                <a:lnTo>
                  <a:pt x="16620" y="9028"/>
                </a:lnTo>
                <a:lnTo>
                  <a:pt x="16620" y="8614"/>
                </a:lnTo>
                <a:lnTo>
                  <a:pt x="16596" y="8176"/>
                </a:lnTo>
                <a:lnTo>
                  <a:pt x="16571" y="7787"/>
                </a:lnTo>
                <a:lnTo>
                  <a:pt x="16523" y="7373"/>
                </a:lnTo>
                <a:lnTo>
                  <a:pt x="16450" y="6960"/>
                </a:lnTo>
                <a:lnTo>
                  <a:pt x="16377" y="6570"/>
                </a:lnTo>
                <a:lnTo>
                  <a:pt x="16279" y="6181"/>
                </a:lnTo>
                <a:lnTo>
                  <a:pt x="16158" y="5792"/>
                </a:lnTo>
                <a:lnTo>
                  <a:pt x="16036" y="5402"/>
                </a:lnTo>
                <a:lnTo>
                  <a:pt x="15890" y="5037"/>
                </a:lnTo>
                <a:lnTo>
                  <a:pt x="15720" y="4672"/>
                </a:lnTo>
                <a:lnTo>
                  <a:pt x="15549" y="4332"/>
                </a:lnTo>
                <a:lnTo>
                  <a:pt x="15355" y="3991"/>
                </a:lnTo>
                <a:lnTo>
                  <a:pt x="15136" y="3650"/>
                </a:lnTo>
                <a:lnTo>
                  <a:pt x="14917" y="3334"/>
                </a:lnTo>
                <a:lnTo>
                  <a:pt x="14649" y="3018"/>
                </a:lnTo>
                <a:lnTo>
                  <a:pt x="14406" y="2701"/>
                </a:lnTo>
                <a:lnTo>
                  <a:pt x="14114" y="2434"/>
                </a:lnTo>
                <a:lnTo>
                  <a:pt x="13822" y="2142"/>
                </a:lnTo>
                <a:lnTo>
                  <a:pt x="13505" y="1874"/>
                </a:lnTo>
                <a:lnTo>
                  <a:pt x="13213" y="1680"/>
                </a:lnTo>
                <a:lnTo>
                  <a:pt x="12897" y="1461"/>
                </a:lnTo>
                <a:lnTo>
                  <a:pt x="12605" y="1266"/>
                </a:lnTo>
                <a:lnTo>
                  <a:pt x="12289" y="1096"/>
                </a:lnTo>
                <a:lnTo>
                  <a:pt x="11632" y="779"/>
                </a:lnTo>
                <a:lnTo>
                  <a:pt x="10950" y="536"/>
                </a:lnTo>
                <a:lnTo>
                  <a:pt x="10561" y="414"/>
                </a:lnTo>
                <a:lnTo>
                  <a:pt x="10172" y="293"/>
                </a:lnTo>
                <a:lnTo>
                  <a:pt x="9783" y="220"/>
                </a:lnTo>
                <a:lnTo>
                  <a:pt x="9369" y="147"/>
                </a:lnTo>
                <a:lnTo>
                  <a:pt x="8834" y="74"/>
                </a:lnTo>
                <a:lnTo>
                  <a:pt x="8542" y="49"/>
                </a:lnTo>
                <a:lnTo>
                  <a:pt x="8274" y="74"/>
                </a:lnTo>
                <a:lnTo>
                  <a:pt x="8128" y="25"/>
                </a:lnTo>
                <a:lnTo>
                  <a:pt x="7982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40;p39"/>
          <p:cNvSpPr/>
          <p:nvPr/>
        </p:nvSpPr>
        <p:spPr>
          <a:xfrm>
            <a:off x="4727605" y="2734519"/>
            <a:ext cx="365875" cy="374398"/>
          </a:xfrm>
          <a:custGeom>
            <a:avLst/>
            <a:gdLst/>
            <a:ahLst/>
            <a:cxnLst/>
            <a:rect l="l" t="t" r="r" b="b"/>
            <a:pathLst>
              <a:path w="16741" h="17131" extrusionOk="0">
                <a:moveTo>
                  <a:pt x="6570" y="5719"/>
                </a:moveTo>
                <a:lnTo>
                  <a:pt x="6692" y="5913"/>
                </a:lnTo>
                <a:lnTo>
                  <a:pt x="6619" y="5986"/>
                </a:lnTo>
                <a:lnTo>
                  <a:pt x="6351" y="6181"/>
                </a:lnTo>
                <a:lnTo>
                  <a:pt x="6059" y="6400"/>
                </a:lnTo>
                <a:lnTo>
                  <a:pt x="5816" y="6668"/>
                </a:lnTo>
                <a:lnTo>
                  <a:pt x="5718" y="6789"/>
                </a:lnTo>
                <a:lnTo>
                  <a:pt x="5621" y="6935"/>
                </a:lnTo>
                <a:lnTo>
                  <a:pt x="5499" y="6838"/>
                </a:lnTo>
                <a:lnTo>
                  <a:pt x="5353" y="6741"/>
                </a:lnTo>
                <a:lnTo>
                  <a:pt x="5499" y="6643"/>
                </a:lnTo>
                <a:lnTo>
                  <a:pt x="5645" y="6522"/>
                </a:lnTo>
                <a:lnTo>
                  <a:pt x="5913" y="6303"/>
                </a:lnTo>
                <a:lnTo>
                  <a:pt x="6570" y="5719"/>
                </a:lnTo>
                <a:close/>
                <a:moveTo>
                  <a:pt x="6959" y="6205"/>
                </a:moveTo>
                <a:lnTo>
                  <a:pt x="7057" y="6303"/>
                </a:lnTo>
                <a:lnTo>
                  <a:pt x="6789" y="6522"/>
                </a:lnTo>
                <a:lnTo>
                  <a:pt x="6473" y="6789"/>
                </a:lnTo>
                <a:lnTo>
                  <a:pt x="6205" y="7057"/>
                </a:lnTo>
                <a:lnTo>
                  <a:pt x="6083" y="7179"/>
                </a:lnTo>
                <a:lnTo>
                  <a:pt x="5986" y="7300"/>
                </a:lnTo>
                <a:lnTo>
                  <a:pt x="5864" y="7154"/>
                </a:lnTo>
                <a:lnTo>
                  <a:pt x="5986" y="7057"/>
                </a:lnTo>
                <a:lnTo>
                  <a:pt x="6108" y="6935"/>
                </a:lnTo>
                <a:lnTo>
                  <a:pt x="6351" y="6692"/>
                </a:lnTo>
                <a:lnTo>
                  <a:pt x="6619" y="6449"/>
                </a:lnTo>
                <a:lnTo>
                  <a:pt x="6911" y="6254"/>
                </a:lnTo>
                <a:lnTo>
                  <a:pt x="6959" y="6205"/>
                </a:lnTo>
                <a:close/>
                <a:moveTo>
                  <a:pt x="7397" y="6619"/>
                </a:moveTo>
                <a:lnTo>
                  <a:pt x="7665" y="6814"/>
                </a:lnTo>
                <a:lnTo>
                  <a:pt x="7324" y="7033"/>
                </a:lnTo>
                <a:lnTo>
                  <a:pt x="7008" y="7276"/>
                </a:lnTo>
                <a:lnTo>
                  <a:pt x="6862" y="7422"/>
                </a:lnTo>
                <a:lnTo>
                  <a:pt x="6716" y="7568"/>
                </a:lnTo>
                <a:lnTo>
                  <a:pt x="6594" y="7714"/>
                </a:lnTo>
                <a:lnTo>
                  <a:pt x="6497" y="7884"/>
                </a:lnTo>
                <a:lnTo>
                  <a:pt x="6229" y="7568"/>
                </a:lnTo>
                <a:lnTo>
                  <a:pt x="6327" y="7495"/>
                </a:lnTo>
                <a:lnTo>
                  <a:pt x="6424" y="7422"/>
                </a:lnTo>
                <a:lnTo>
                  <a:pt x="6619" y="7252"/>
                </a:lnTo>
                <a:lnTo>
                  <a:pt x="7008" y="6935"/>
                </a:lnTo>
                <a:lnTo>
                  <a:pt x="7397" y="6619"/>
                </a:lnTo>
                <a:close/>
                <a:moveTo>
                  <a:pt x="8030" y="7081"/>
                </a:moveTo>
                <a:lnTo>
                  <a:pt x="8127" y="7154"/>
                </a:lnTo>
                <a:lnTo>
                  <a:pt x="7762" y="7373"/>
                </a:lnTo>
                <a:lnTo>
                  <a:pt x="7397" y="7641"/>
                </a:lnTo>
                <a:lnTo>
                  <a:pt x="7057" y="7933"/>
                </a:lnTo>
                <a:lnTo>
                  <a:pt x="6911" y="8079"/>
                </a:lnTo>
                <a:lnTo>
                  <a:pt x="6765" y="8249"/>
                </a:lnTo>
                <a:lnTo>
                  <a:pt x="6619" y="8030"/>
                </a:lnTo>
                <a:lnTo>
                  <a:pt x="6643" y="8030"/>
                </a:lnTo>
                <a:lnTo>
                  <a:pt x="6838" y="7909"/>
                </a:lnTo>
                <a:lnTo>
                  <a:pt x="7008" y="7787"/>
                </a:lnTo>
                <a:lnTo>
                  <a:pt x="7324" y="7544"/>
                </a:lnTo>
                <a:lnTo>
                  <a:pt x="7689" y="7300"/>
                </a:lnTo>
                <a:lnTo>
                  <a:pt x="8030" y="7081"/>
                </a:lnTo>
                <a:close/>
                <a:moveTo>
                  <a:pt x="9879" y="8931"/>
                </a:moveTo>
                <a:lnTo>
                  <a:pt x="9952" y="9052"/>
                </a:lnTo>
                <a:lnTo>
                  <a:pt x="9757" y="9223"/>
                </a:lnTo>
                <a:lnTo>
                  <a:pt x="9563" y="9417"/>
                </a:lnTo>
                <a:lnTo>
                  <a:pt x="9198" y="9782"/>
                </a:lnTo>
                <a:lnTo>
                  <a:pt x="9027" y="9953"/>
                </a:lnTo>
                <a:lnTo>
                  <a:pt x="8930" y="10074"/>
                </a:lnTo>
                <a:lnTo>
                  <a:pt x="8833" y="10196"/>
                </a:lnTo>
                <a:lnTo>
                  <a:pt x="8589" y="10050"/>
                </a:lnTo>
                <a:lnTo>
                  <a:pt x="8711" y="9977"/>
                </a:lnTo>
                <a:lnTo>
                  <a:pt x="8833" y="9880"/>
                </a:lnTo>
                <a:lnTo>
                  <a:pt x="9027" y="9685"/>
                </a:lnTo>
                <a:lnTo>
                  <a:pt x="9879" y="8931"/>
                </a:lnTo>
                <a:close/>
                <a:moveTo>
                  <a:pt x="10317" y="5670"/>
                </a:moveTo>
                <a:lnTo>
                  <a:pt x="10585" y="5962"/>
                </a:lnTo>
                <a:lnTo>
                  <a:pt x="10220" y="6230"/>
                </a:lnTo>
                <a:lnTo>
                  <a:pt x="9879" y="6497"/>
                </a:lnTo>
                <a:lnTo>
                  <a:pt x="9198" y="7081"/>
                </a:lnTo>
                <a:lnTo>
                  <a:pt x="8541" y="7690"/>
                </a:lnTo>
                <a:lnTo>
                  <a:pt x="7908" y="8274"/>
                </a:lnTo>
                <a:lnTo>
                  <a:pt x="7276" y="8906"/>
                </a:lnTo>
                <a:lnTo>
                  <a:pt x="6643" y="9515"/>
                </a:lnTo>
                <a:lnTo>
                  <a:pt x="6108" y="10050"/>
                </a:lnTo>
                <a:lnTo>
                  <a:pt x="5962" y="10196"/>
                </a:lnTo>
                <a:lnTo>
                  <a:pt x="5864" y="10366"/>
                </a:lnTo>
                <a:lnTo>
                  <a:pt x="5767" y="10512"/>
                </a:lnTo>
                <a:lnTo>
                  <a:pt x="5694" y="10682"/>
                </a:lnTo>
                <a:lnTo>
                  <a:pt x="5378" y="10415"/>
                </a:lnTo>
                <a:lnTo>
                  <a:pt x="5524" y="10293"/>
                </a:lnTo>
                <a:lnTo>
                  <a:pt x="5670" y="10147"/>
                </a:lnTo>
                <a:lnTo>
                  <a:pt x="5913" y="9880"/>
                </a:lnTo>
                <a:lnTo>
                  <a:pt x="6424" y="9320"/>
                </a:lnTo>
                <a:lnTo>
                  <a:pt x="6935" y="8760"/>
                </a:lnTo>
                <a:lnTo>
                  <a:pt x="6984" y="8712"/>
                </a:lnTo>
                <a:lnTo>
                  <a:pt x="7008" y="8663"/>
                </a:lnTo>
                <a:lnTo>
                  <a:pt x="7008" y="8566"/>
                </a:lnTo>
                <a:lnTo>
                  <a:pt x="7519" y="8103"/>
                </a:lnTo>
                <a:lnTo>
                  <a:pt x="7762" y="7884"/>
                </a:lnTo>
                <a:lnTo>
                  <a:pt x="8054" y="7690"/>
                </a:lnTo>
                <a:lnTo>
                  <a:pt x="8370" y="7495"/>
                </a:lnTo>
                <a:lnTo>
                  <a:pt x="8516" y="7373"/>
                </a:lnTo>
                <a:lnTo>
                  <a:pt x="8541" y="7300"/>
                </a:lnTo>
                <a:lnTo>
                  <a:pt x="8565" y="7227"/>
                </a:lnTo>
                <a:lnTo>
                  <a:pt x="8735" y="7130"/>
                </a:lnTo>
                <a:lnTo>
                  <a:pt x="8906" y="6984"/>
                </a:lnTo>
                <a:lnTo>
                  <a:pt x="9246" y="6716"/>
                </a:lnTo>
                <a:lnTo>
                  <a:pt x="9782" y="6205"/>
                </a:lnTo>
                <a:lnTo>
                  <a:pt x="10317" y="5670"/>
                </a:lnTo>
                <a:close/>
                <a:moveTo>
                  <a:pt x="10195" y="9369"/>
                </a:moveTo>
                <a:lnTo>
                  <a:pt x="10439" y="9661"/>
                </a:lnTo>
                <a:lnTo>
                  <a:pt x="9928" y="10147"/>
                </a:lnTo>
                <a:lnTo>
                  <a:pt x="9660" y="10415"/>
                </a:lnTo>
                <a:lnTo>
                  <a:pt x="9514" y="10536"/>
                </a:lnTo>
                <a:lnTo>
                  <a:pt x="9417" y="10682"/>
                </a:lnTo>
                <a:lnTo>
                  <a:pt x="9222" y="10512"/>
                </a:lnTo>
                <a:lnTo>
                  <a:pt x="9052" y="10366"/>
                </a:lnTo>
                <a:lnTo>
                  <a:pt x="9198" y="10293"/>
                </a:lnTo>
                <a:lnTo>
                  <a:pt x="9319" y="10171"/>
                </a:lnTo>
                <a:lnTo>
                  <a:pt x="9538" y="9977"/>
                </a:lnTo>
                <a:lnTo>
                  <a:pt x="9879" y="9685"/>
                </a:lnTo>
                <a:lnTo>
                  <a:pt x="10195" y="9369"/>
                </a:lnTo>
                <a:close/>
                <a:moveTo>
                  <a:pt x="10852" y="6278"/>
                </a:moveTo>
                <a:lnTo>
                  <a:pt x="10901" y="6303"/>
                </a:lnTo>
                <a:lnTo>
                  <a:pt x="10609" y="6546"/>
                </a:lnTo>
                <a:lnTo>
                  <a:pt x="10341" y="6789"/>
                </a:lnTo>
                <a:lnTo>
                  <a:pt x="9806" y="7325"/>
                </a:lnTo>
                <a:lnTo>
                  <a:pt x="8565" y="8541"/>
                </a:lnTo>
                <a:lnTo>
                  <a:pt x="7300" y="9734"/>
                </a:lnTo>
                <a:lnTo>
                  <a:pt x="6643" y="10342"/>
                </a:lnTo>
                <a:lnTo>
                  <a:pt x="6473" y="10512"/>
                </a:lnTo>
                <a:lnTo>
                  <a:pt x="6327" y="10658"/>
                </a:lnTo>
                <a:lnTo>
                  <a:pt x="6181" y="10853"/>
                </a:lnTo>
                <a:lnTo>
                  <a:pt x="6083" y="11023"/>
                </a:lnTo>
                <a:lnTo>
                  <a:pt x="6083" y="11047"/>
                </a:lnTo>
                <a:lnTo>
                  <a:pt x="5791" y="10780"/>
                </a:lnTo>
                <a:lnTo>
                  <a:pt x="5937" y="10707"/>
                </a:lnTo>
                <a:lnTo>
                  <a:pt x="6083" y="10609"/>
                </a:lnTo>
                <a:lnTo>
                  <a:pt x="6327" y="10390"/>
                </a:lnTo>
                <a:lnTo>
                  <a:pt x="6765" y="9904"/>
                </a:lnTo>
                <a:lnTo>
                  <a:pt x="7397" y="9271"/>
                </a:lnTo>
                <a:lnTo>
                  <a:pt x="8054" y="8663"/>
                </a:lnTo>
                <a:lnTo>
                  <a:pt x="8735" y="8055"/>
                </a:lnTo>
                <a:lnTo>
                  <a:pt x="9441" y="7471"/>
                </a:lnTo>
                <a:lnTo>
                  <a:pt x="10171" y="6887"/>
                </a:lnTo>
                <a:lnTo>
                  <a:pt x="10852" y="6278"/>
                </a:lnTo>
                <a:close/>
                <a:moveTo>
                  <a:pt x="10731" y="9953"/>
                </a:moveTo>
                <a:lnTo>
                  <a:pt x="10901" y="10123"/>
                </a:lnTo>
                <a:lnTo>
                  <a:pt x="10658" y="10317"/>
                </a:lnTo>
                <a:lnTo>
                  <a:pt x="10463" y="10512"/>
                </a:lnTo>
                <a:lnTo>
                  <a:pt x="10147" y="10755"/>
                </a:lnTo>
                <a:lnTo>
                  <a:pt x="10001" y="10901"/>
                </a:lnTo>
                <a:lnTo>
                  <a:pt x="9879" y="11047"/>
                </a:lnTo>
                <a:lnTo>
                  <a:pt x="9709" y="10926"/>
                </a:lnTo>
                <a:lnTo>
                  <a:pt x="9611" y="10877"/>
                </a:lnTo>
                <a:lnTo>
                  <a:pt x="9879" y="10682"/>
                </a:lnTo>
                <a:lnTo>
                  <a:pt x="10122" y="10488"/>
                </a:lnTo>
                <a:lnTo>
                  <a:pt x="10731" y="9953"/>
                </a:lnTo>
                <a:close/>
                <a:moveTo>
                  <a:pt x="11193" y="6619"/>
                </a:moveTo>
                <a:lnTo>
                  <a:pt x="11315" y="6741"/>
                </a:lnTo>
                <a:lnTo>
                  <a:pt x="10852" y="7179"/>
                </a:lnTo>
                <a:lnTo>
                  <a:pt x="10439" y="7641"/>
                </a:lnTo>
                <a:lnTo>
                  <a:pt x="10001" y="8055"/>
                </a:lnTo>
                <a:lnTo>
                  <a:pt x="9806" y="8274"/>
                </a:lnTo>
                <a:lnTo>
                  <a:pt x="9733" y="8395"/>
                </a:lnTo>
                <a:lnTo>
                  <a:pt x="9684" y="8541"/>
                </a:lnTo>
                <a:lnTo>
                  <a:pt x="9684" y="8566"/>
                </a:lnTo>
                <a:lnTo>
                  <a:pt x="8857" y="9320"/>
                </a:lnTo>
                <a:lnTo>
                  <a:pt x="8565" y="9588"/>
                </a:lnTo>
                <a:lnTo>
                  <a:pt x="8419" y="9734"/>
                </a:lnTo>
                <a:lnTo>
                  <a:pt x="8346" y="9831"/>
                </a:lnTo>
                <a:lnTo>
                  <a:pt x="8297" y="9904"/>
                </a:lnTo>
                <a:lnTo>
                  <a:pt x="8224" y="9953"/>
                </a:lnTo>
                <a:lnTo>
                  <a:pt x="7713" y="10439"/>
                </a:lnTo>
                <a:lnTo>
                  <a:pt x="7203" y="10901"/>
                </a:lnTo>
                <a:lnTo>
                  <a:pt x="6886" y="11145"/>
                </a:lnTo>
                <a:lnTo>
                  <a:pt x="6716" y="11291"/>
                </a:lnTo>
                <a:lnTo>
                  <a:pt x="6570" y="11412"/>
                </a:lnTo>
                <a:lnTo>
                  <a:pt x="6254" y="11169"/>
                </a:lnTo>
                <a:lnTo>
                  <a:pt x="6424" y="11096"/>
                </a:lnTo>
                <a:lnTo>
                  <a:pt x="6570" y="10974"/>
                </a:lnTo>
                <a:lnTo>
                  <a:pt x="6886" y="10707"/>
                </a:lnTo>
                <a:lnTo>
                  <a:pt x="7446" y="10147"/>
                </a:lnTo>
                <a:lnTo>
                  <a:pt x="8711" y="8955"/>
                </a:lnTo>
                <a:lnTo>
                  <a:pt x="10001" y="7763"/>
                </a:lnTo>
                <a:lnTo>
                  <a:pt x="10609" y="7203"/>
                </a:lnTo>
                <a:lnTo>
                  <a:pt x="10901" y="6911"/>
                </a:lnTo>
                <a:lnTo>
                  <a:pt x="11193" y="6619"/>
                </a:lnTo>
                <a:close/>
                <a:moveTo>
                  <a:pt x="11120" y="10366"/>
                </a:moveTo>
                <a:lnTo>
                  <a:pt x="11290" y="10536"/>
                </a:lnTo>
                <a:lnTo>
                  <a:pt x="10998" y="10828"/>
                </a:lnTo>
                <a:lnTo>
                  <a:pt x="10706" y="11096"/>
                </a:lnTo>
                <a:lnTo>
                  <a:pt x="10487" y="11266"/>
                </a:lnTo>
                <a:lnTo>
                  <a:pt x="10244" y="11437"/>
                </a:lnTo>
                <a:lnTo>
                  <a:pt x="10171" y="11315"/>
                </a:lnTo>
                <a:lnTo>
                  <a:pt x="10074" y="11218"/>
                </a:lnTo>
                <a:lnTo>
                  <a:pt x="10220" y="11120"/>
                </a:lnTo>
                <a:lnTo>
                  <a:pt x="10366" y="11023"/>
                </a:lnTo>
                <a:lnTo>
                  <a:pt x="10633" y="10780"/>
                </a:lnTo>
                <a:lnTo>
                  <a:pt x="10877" y="10585"/>
                </a:lnTo>
                <a:lnTo>
                  <a:pt x="11120" y="10366"/>
                </a:lnTo>
                <a:close/>
                <a:moveTo>
                  <a:pt x="10220" y="5208"/>
                </a:moveTo>
                <a:lnTo>
                  <a:pt x="10122" y="5232"/>
                </a:lnTo>
                <a:lnTo>
                  <a:pt x="10049" y="5305"/>
                </a:lnTo>
                <a:lnTo>
                  <a:pt x="9952" y="5378"/>
                </a:lnTo>
                <a:lnTo>
                  <a:pt x="9344" y="6011"/>
                </a:lnTo>
                <a:lnTo>
                  <a:pt x="9027" y="6303"/>
                </a:lnTo>
                <a:lnTo>
                  <a:pt x="8687" y="6570"/>
                </a:lnTo>
                <a:lnTo>
                  <a:pt x="8419" y="6789"/>
                </a:lnTo>
                <a:lnTo>
                  <a:pt x="8005" y="6497"/>
                </a:lnTo>
                <a:lnTo>
                  <a:pt x="7592" y="6157"/>
                </a:lnTo>
                <a:lnTo>
                  <a:pt x="7373" y="5962"/>
                </a:lnTo>
                <a:lnTo>
                  <a:pt x="7178" y="5767"/>
                </a:lnTo>
                <a:lnTo>
                  <a:pt x="6984" y="5573"/>
                </a:lnTo>
                <a:lnTo>
                  <a:pt x="6740" y="5402"/>
                </a:lnTo>
                <a:lnTo>
                  <a:pt x="6716" y="5329"/>
                </a:lnTo>
                <a:lnTo>
                  <a:pt x="6643" y="5281"/>
                </a:lnTo>
                <a:lnTo>
                  <a:pt x="6594" y="5256"/>
                </a:lnTo>
                <a:lnTo>
                  <a:pt x="6448" y="5256"/>
                </a:lnTo>
                <a:lnTo>
                  <a:pt x="6400" y="5305"/>
                </a:lnTo>
                <a:lnTo>
                  <a:pt x="5621" y="6011"/>
                </a:lnTo>
                <a:lnTo>
                  <a:pt x="5280" y="6303"/>
                </a:lnTo>
                <a:lnTo>
                  <a:pt x="5134" y="6473"/>
                </a:lnTo>
                <a:lnTo>
                  <a:pt x="5086" y="6570"/>
                </a:lnTo>
                <a:lnTo>
                  <a:pt x="5037" y="6668"/>
                </a:lnTo>
                <a:lnTo>
                  <a:pt x="5037" y="6716"/>
                </a:lnTo>
                <a:lnTo>
                  <a:pt x="5037" y="6741"/>
                </a:lnTo>
                <a:lnTo>
                  <a:pt x="5086" y="6789"/>
                </a:lnTo>
                <a:lnTo>
                  <a:pt x="5110" y="6814"/>
                </a:lnTo>
                <a:lnTo>
                  <a:pt x="5183" y="6911"/>
                </a:lnTo>
                <a:lnTo>
                  <a:pt x="5256" y="7033"/>
                </a:lnTo>
                <a:lnTo>
                  <a:pt x="5426" y="7227"/>
                </a:lnTo>
                <a:lnTo>
                  <a:pt x="5791" y="7617"/>
                </a:lnTo>
                <a:lnTo>
                  <a:pt x="6156" y="8079"/>
                </a:lnTo>
                <a:lnTo>
                  <a:pt x="6521" y="8541"/>
                </a:lnTo>
                <a:lnTo>
                  <a:pt x="5694" y="9466"/>
                </a:lnTo>
                <a:lnTo>
                  <a:pt x="5256" y="9904"/>
                </a:lnTo>
                <a:lnTo>
                  <a:pt x="5159" y="10025"/>
                </a:lnTo>
                <a:lnTo>
                  <a:pt x="5061" y="10147"/>
                </a:lnTo>
                <a:lnTo>
                  <a:pt x="5013" y="10269"/>
                </a:lnTo>
                <a:lnTo>
                  <a:pt x="4988" y="10415"/>
                </a:lnTo>
                <a:lnTo>
                  <a:pt x="4988" y="10439"/>
                </a:lnTo>
                <a:lnTo>
                  <a:pt x="4988" y="10512"/>
                </a:lnTo>
                <a:lnTo>
                  <a:pt x="5013" y="10585"/>
                </a:lnTo>
                <a:lnTo>
                  <a:pt x="5159" y="10780"/>
                </a:lnTo>
                <a:lnTo>
                  <a:pt x="5305" y="10950"/>
                </a:lnTo>
                <a:lnTo>
                  <a:pt x="5670" y="11291"/>
                </a:lnTo>
                <a:lnTo>
                  <a:pt x="6035" y="11607"/>
                </a:lnTo>
                <a:lnTo>
                  <a:pt x="6424" y="11875"/>
                </a:lnTo>
                <a:lnTo>
                  <a:pt x="6473" y="11899"/>
                </a:lnTo>
                <a:lnTo>
                  <a:pt x="6521" y="11923"/>
                </a:lnTo>
                <a:lnTo>
                  <a:pt x="6594" y="11899"/>
                </a:lnTo>
                <a:lnTo>
                  <a:pt x="6619" y="11899"/>
                </a:lnTo>
                <a:lnTo>
                  <a:pt x="6692" y="11826"/>
                </a:lnTo>
                <a:lnTo>
                  <a:pt x="6740" y="11729"/>
                </a:lnTo>
                <a:lnTo>
                  <a:pt x="6911" y="11631"/>
                </a:lnTo>
                <a:lnTo>
                  <a:pt x="7057" y="11510"/>
                </a:lnTo>
                <a:lnTo>
                  <a:pt x="7349" y="11266"/>
                </a:lnTo>
                <a:lnTo>
                  <a:pt x="7859" y="10828"/>
                </a:lnTo>
                <a:lnTo>
                  <a:pt x="8370" y="10342"/>
                </a:lnTo>
                <a:lnTo>
                  <a:pt x="8468" y="10439"/>
                </a:lnTo>
                <a:lnTo>
                  <a:pt x="8784" y="10707"/>
                </a:lnTo>
                <a:lnTo>
                  <a:pt x="9076" y="10999"/>
                </a:lnTo>
                <a:lnTo>
                  <a:pt x="9198" y="11120"/>
                </a:lnTo>
                <a:lnTo>
                  <a:pt x="9319" y="11218"/>
                </a:lnTo>
                <a:lnTo>
                  <a:pt x="9587" y="11364"/>
                </a:lnTo>
                <a:lnTo>
                  <a:pt x="9709" y="11485"/>
                </a:lnTo>
                <a:lnTo>
                  <a:pt x="9830" y="11583"/>
                </a:lnTo>
                <a:lnTo>
                  <a:pt x="9928" y="11704"/>
                </a:lnTo>
                <a:lnTo>
                  <a:pt x="10001" y="11753"/>
                </a:lnTo>
                <a:lnTo>
                  <a:pt x="10074" y="11777"/>
                </a:lnTo>
                <a:lnTo>
                  <a:pt x="10098" y="11802"/>
                </a:lnTo>
                <a:lnTo>
                  <a:pt x="10220" y="11802"/>
                </a:lnTo>
                <a:lnTo>
                  <a:pt x="10317" y="11777"/>
                </a:lnTo>
                <a:lnTo>
                  <a:pt x="10414" y="11729"/>
                </a:lnTo>
                <a:lnTo>
                  <a:pt x="10512" y="11680"/>
                </a:lnTo>
                <a:lnTo>
                  <a:pt x="10706" y="11534"/>
                </a:lnTo>
                <a:lnTo>
                  <a:pt x="10877" y="11388"/>
                </a:lnTo>
                <a:lnTo>
                  <a:pt x="11096" y="11218"/>
                </a:lnTo>
                <a:lnTo>
                  <a:pt x="11315" y="10999"/>
                </a:lnTo>
                <a:lnTo>
                  <a:pt x="11704" y="10585"/>
                </a:lnTo>
                <a:lnTo>
                  <a:pt x="11753" y="10512"/>
                </a:lnTo>
                <a:lnTo>
                  <a:pt x="11753" y="10439"/>
                </a:lnTo>
                <a:lnTo>
                  <a:pt x="11728" y="10366"/>
                </a:lnTo>
                <a:lnTo>
                  <a:pt x="11680" y="10317"/>
                </a:lnTo>
                <a:lnTo>
                  <a:pt x="11631" y="10244"/>
                </a:lnTo>
                <a:lnTo>
                  <a:pt x="11339" y="9904"/>
                </a:lnTo>
                <a:lnTo>
                  <a:pt x="11047" y="9588"/>
                </a:lnTo>
                <a:lnTo>
                  <a:pt x="10731" y="9271"/>
                </a:lnTo>
                <a:lnTo>
                  <a:pt x="10439" y="8955"/>
                </a:lnTo>
                <a:lnTo>
                  <a:pt x="10414" y="8906"/>
                </a:lnTo>
                <a:lnTo>
                  <a:pt x="10366" y="8882"/>
                </a:lnTo>
                <a:lnTo>
                  <a:pt x="10195" y="8639"/>
                </a:lnTo>
                <a:lnTo>
                  <a:pt x="10220" y="8590"/>
                </a:lnTo>
                <a:lnTo>
                  <a:pt x="10220" y="8517"/>
                </a:lnTo>
                <a:lnTo>
                  <a:pt x="10220" y="8468"/>
                </a:lnTo>
                <a:lnTo>
                  <a:pt x="10195" y="8420"/>
                </a:lnTo>
                <a:lnTo>
                  <a:pt x="10463" y="8152"/>
                </a:lnTo>
                <a:lnTo>
                  <a:pt x="10706" y="7909"/>
                </a:lnTo>
                <a:lnTo>
                  <a:pt x="11193" y="7422"/>
                </a:lnTo>
                <a:lnTo>
                  <a:pt x="11461" y="7179"/>
                </a:lnTo>
                <a:lnTo>
                  <a:pt x="11680" y="6911"/>
                </a:lnTo>
                <a:lnTo>
                  <a:pt x="11728" y="6838"/>
                </a:lnTo>
                <a:lnTo>
                  <a:pt x="11728" y="6741"/>
                </a:lnTo>
                <a:lnTo>
                  <a:pt x="11753" y="6692"/>
                </a:lnTo>
                <a:lnTo>
                  <a:pt x="11753" y="6643"/>
                </a:lnTo>
                <a:lnTo>
                  <a:pt x="11753" y="6570"/>
                </a:lnTo>
                <a:lnTo>
                  <a:pt x="11728" y="6522"/>
                </a:lnTo>
                <a:lnTo>
                  <a:pt x="11607" y="6351"/>
                </a:lnTo>
                <a:lnTo>
                  <a:pt x="11461" y="6205"/>
                </a:lnTo>
                <a:lnTo>
                  <a:pt x="11169" y="5913"/>
                </a:lnTo>
                <a:lnTo>
                  <a:pt x="10852" y="5597"/>
                </a:lnTo>
                <a:lnTo>
                  <a:pt x="10536" y="5305"/>
                </a:lnTo>
                <a:lnTo>
                  <a:pt x="10463" y="5256"/>
                </a:lnTo>
                <a:lnTo>
                  <a:pt x="10366" y="5256"/>
                </a:lnTo>
                <a:lnTo>
                  <a:pt x="10341" y="5232"/>
                </a:lnTo>
                <a:lnTo>
                  <a:pt x="10220" y="5208"/>
                </a:lnTo>
                <a:close/>
                <a:moveTo>
                  <a:pt x="11631" y="536"/>
                </a:moveTo>
                <a:lnTo>
                  <a:pt x="11728" y="658"/>
                </a:lnTo>
                <a:lnTo>
                  <a:pt x="11801" y="779"/>
                </a:lnTo>
                <a:lnTo>
                  <a:pt x="12020" y="998"/>
                </a:lnTo>
                <a:lnTo>
                  <a:pt x="12483" y="1412"/>
                </a:lnTo>
                <a:lnTo>
                  <a:pt x="13164" y="2044"/>
                </a:lnTo>
                <a:lnTo>
                  <a:pt x="13797" y="2677"/>
                </a:lnTo>
                <a:lnTo>
                  <a:pt x="14429" y="3334"/>
                </a:lnTo>
                <a:lnTo>
                  <a:pt x="15062" y="3991"/>
                </a:lnTo>
                <a:lnTo>
                  <a:pt x="16278" y="5354"/>
                </a:lnTo>
                <a:lnTo>
                  <a:pt x="16303" y="5354"/>
                </a:lnTo>
                <a:lnTo>
                  <a:pt x="16254" y="5548"/>
                </a:lnTo>
                <a:lnTo>
                  <a:pt x="16230" y="5719"/>
                </a:lnTo>
                <a:lnTo>
                  <a:pt x="16181" y="6084"/>
                </a:lnTo>
                <a:lnTo>
                  <a:pt x="16181" y="6838"/>
                </a:lnTo>
                <a:lnTo>
                  <a:pt x="16157" y="7690"/>
                </a:lnTo>
                <a:lnTo>
                  <a:pt x="16157" y="8541"/>
                </a:lnTo>
                <a:lnTo>
                  <a:pt x="16181" y="10244"/>
                </a:lnTo>
                <a:lnTo>
                  <a:pt x="16230" y="11948"/>
                </a:lnTo>
                <a:lnTo>
                  <a:pt x="16230" y="11972"/>
                </a:lnTo>
                <a:lnTo>
                  <a:pt x="15938" y="12167"/>
                </a:lnTo>
                <a:lnTo>
                  <a:pt x="15646" y="12410"/>
                </a:lnTo>
                <a:lnTo>
                  <a:pt x="15354" y="12653"/>
                </a:lnTo>
                <a:lnTo>
                  <a:pt x="15086" y="12921"/>
                </a:lnTo>
                <a:lnTo>
                  <a:pt x="14551" y="13456"/>
                </a:lnTo>
                <a:lnTo>
                  <a:pt x="14016" y="13992"/>
                </a:lnTo>
                <a:lnTo>
                  <a:pt x="11509" y="16401"/>
                </a:lnTo>
                <a:lnTo>
                  <a:pt x="11461" y="16474"/>
                </a:lnTo>
                <a:lnTo>
                  <a:pt x="9830" y="16571"/>
                </a:lnTo>
                <a:lnTo>
                  <a:pt x="9027" y="16595"/>
                </a:lnTo>
                <a:lnTo>
                  <a:pt x="8200" y="16620"/>
                </a:lnTo>
                <a:lnTo>
                  <a:pt x="7349" y="16595"/>
                </a:lnTo>
                <a:lnTo>
                  <a:pt x="6521" y="16571"/>
                </a:lnTo>
                <a:lnTo>
                  <a:pt x="5840" y="16498"/>
                </a:lnTo>
                <a:lnTo>
                  <a:pt x="5329" y="16498"/>
                </a:lnTo>
                <a:lnTo>
                  <a:pt x="5159" y="16522"/>
                </a:lnTo>
                <a:lnTo>
                  <a:pt x="5110" y="16401"/>
                </a:lnTo>
                <a:lnTo>
                  <a:pt x="5037" y="16255"/>
                </a:lnTo>
                <a:lnTo>
                  <a:pt x="4940" y="16133"/>
                </a:lnTo>
                <a:lnTo>
                  <a:pt x="4842" y="16011"/>
                </a:lnTo>
                <a:lnTo>
                  <a:pt x="4429" y="15549"/>
                </a:lnTo>
                <a:lnTo>
                  <a:pt x="3772" y="14868"/>
                </a:lnTo>
                <a:lnTo>
                  <a:pt x="3431" y="14527"/>
                </a:lnTo>
                <a:lnTo>
                  <a:pt x="3090" y="14211"/>
                </a:lnTo>
                <a:lnTo>
                  <a:pt x="2750" y="13919"/>
                </a:lnTo>
                <a:lnTo>
                  <a:pt x="2385" y="13651"/>
                </a:lnTo>
                <a:lnTo>
                  <a:pt x="1679" y="13116"/>
                </a:lnTo>
                <a:lnTo>
                  <a:pt x="1338" y="12824"/>
                </a:lnTo>
                <a:lnTo>
                  <a:pt x="1022" y="12532"/>
                </a:lnTo>
                <a:lnTo>
                  <a:pt x="730" y="12191"/>
                </a:lnTo>
                <a:lnTo>
                  <a:pt x="487" y="11850"/>
                </a:lnTo>
                <a:lnTo>
                  <a:pt x="535" y="11704"/>
                </a:lnTo>
                <a:lnTo>
                  <a:pt x="560" y="11534"/>
                </a:lnTo>
                <a:lnTo>
                  <a:pt x="584" y="11218"/>
                </a:lnTo>
                <a:lnTo>
                  <a:pt x="584" y="10561"/>
                </a:lnTo>
                <a:lnTo>
                  <a:pt x="584" y="9612"/>
                </a:lnTo>
                <a:lnTo>
                  <a:pt x="584" y="8663"/>
                </a:lnTo>
                <a:lnTo>
                  <a:pt x="584" y="7714"/>
                </a:lnTo>
                <a:lnTo>
                  <a:pt x="535" y="6765"/>
                </a:lnTo>
                <a:lnTo>
                  <a:pt x="535" y="6132"/>
                </a:lnTo>
                <a:lnTo>
                  <a:pt x="511" y="5792"/>
                </a:lnTo>
                <a:lnTo>
                  <a:pt x="438" y="5475"/>
                </a:lnTo>
                <a:lnTo>
                  <a:pt x="511" y="5402"/>
                </a:lnTo>
                <a:lnTo>
                  <a:pt x="1046" y="4721"/>
                </a:lnTo>
                <a:lnTo>
                  <a:pt x="1582" y="4040"/>
                </a:lnTo>
                <a:lnTo>
                  <a:pt x="2141" y="3358"/>
                </a:lnTo>
                <a:lnTo>
                  <a:pt x="2725" y="2726"/>
                </a:lnTo>
                <a:lnTo>
                  <a:pt x="2993" y="2458"/>
                </a:lnTo>
                <a:lnTo>
                  <a:pt x="3285" y="2190"/>
                </a:lnTo>
                <a:lnTo>
                  <a:pt x="3869" y="1655"/>
                </a:lnTo>
                <a:lnTo>
                  <a:pt x="4429" y="1120"/>
                </a:lnTo>
                <a:lnTo>
                  <a:pt x="4696" y="852"/>
                </a:lnTo>
                <a:lnTo>
                  <a:pt x="4964" y="560"/>
                </a:lnTo>
                <a:lnTo>
                  <a:pt x="5305" y="609"/>
                </a:lnTo>
                <a:lnTo>
                  <a:pt x="5670" y="633"/>
                </a:lnTo>
                <a:lnTo>
                  <a:pt x="6400" y="633"/>
                </a:lnTo>
                <a:lnTo>
                  <a:pt x="8127" y="609"/>
                </a:lnTo>
                <a:lnTo>
                  <a:pt x="9003" y="609"/>
                </a:lnTo>
                <a:lnTo>
                  <a:pt x="9879" y="633"/>
                </a:lnTo>
                <a:lnTo>
                  <a:pt x="10779" y="609"/>
                </a:lnTo>
                <a:lnTo>
                  <a:pt x="11217" y="585"/>
                </a:lnTo>
                <a:lnTo>
                  <a:pt x="11631" y="536"/>
                </a:lnTo>
                <a:close/>
                <a:moveTo>
                  <a:pt x="10731" y="1"/>
                </a:moveTo>
                <a:lnTo>
                  <a:pt x="9855" y="25"/>
                </a:lnTo>
                <a:lnTo>
                  <a:pt x="8127" y="49"/>
                </a:lnTo>
                <a:lnTo>
                  <a:pt x="6400" y="74"/>
                </a:lnTo>
                <a:lnTo>
                  <a:pt x="5597" y="74"/>
                </a:lnTo>
                <a:lnTo>
                  <a:pt x="5207" y="98"/>
                </a:lnTo>
                <a:lnTo>
                  <a:pt x="4818" y="171"/>
                </a:lnTo>
                <a:lnTo>
                  <a:pt x="4769" y="195"/>
                </a:lnTo>
                <a:lnTo>
                  <a:pt x="4721" y="244"/>
                </a:lnTo>
                <a:lnTo>
                  <a:pt x="4696" y="293"/>
                </a:lnTo>
                <a:lnTo>
                  <a:pt x="4696" y="341"/>
                </a:lnTo>
                <a:lnTo>
                  <a:pt x="4331" y="536"/>
                </a:lnTo>
                <a:lnTo>
                  <a:pt x="4015" y="779"/>
                </a:lnTo>
                <a:lnTo>
                  <a:pt x="3674" y="1023"/>
                </a:lnTo>
                <a:lnTo>
                  <a:pt x="3382" y="1315"/>
                </a:lnTo>
                <a:lnTo>
                  <a:pt x="2774" y="1899"/>
                </a:lnTo>
                <a:lnTo>
                  <a:pt x="2239" y="2458"/>
                </a:lnTo>
                <a:lnTo>
                  <a:pt x="1655" y="3091"/>
                </a:lnTo>
                <a:lnTo>
                  <a:pt x="1071" y="3748"/>
                </a:lnTo>
                <a:lnTo>
                  <a:pt x="535" y="4429"/>
                </a:lnTo>
                <a:lnTo>
                  <a:pt x="49" y="5135"/>
                </a:lnTo>
                <a:lnTo>
                  <a:pt x="24" y="5208"/>
                </a:lnTo>
                <a:lnTo>
                  <a:pt x="0" y="5281"/>
                </a:lnTo>
                <a:lnTo>
                  <a:pt x="24" y="5354"/>
                </a:lnTo>
                <a:lnTo>
                  <a:pt x="49" y="5402"/>
                </a:lnTo>
                <a:lnTo>
                  <a:pt x="0" y="5694"/>
                </a:lnTo>
                <a:lnTo>
                  <a:pt x="0" y="5986"/>
                </a:lnTo>
                <a:lnTo>
                  <a:pt x="24" y="6570"/>
                </a:lnTo>
                <a:lnTo>
                  <a:pt x="73" y="8468"/>
                </a:lnTo>
                <a:lnTo>
                  <a:pt x="73" y="9417"/>
                </a:lnTo>
                <a:lnTo>
                  <a:pt x="73" y="10366"/>
                </a:lnTo>
                <a:lnTo>
                  <a:pt x="49" y="10755"/>
                </a:lnTo>
                <a:lnTo>
                  <a:pt x="0" y="11145"/>
                </a:lnTo>
                <a:lnTo>
                  <a:pt x="0" y="11339"/>
                </a:lnTo>
                <a:lnTo>
                  <a:pt x="0" y="11534"/>
                </a:lnTo>
                <a:lnTo>
                  <a:pt x="24" y="11729"/>
                </a:lnTo>
                <a:lnTo>
                  <a:pt x="97" y="11899"/>
                </a:lnTo>
                <a:lnTo>
                  <a:pt x="73" y="11948"/>
                </a:lnTo>
                <a:lnTo>
                  <a:pt x="73" y="11996"/>
                </a:lnTo>
                <a:lnTo>
                  <a:pt x="146" y="12191"/>
                </a:lnTo>
                <a:lnTo>
                  <a:pt x="219" y="12361"/>
                </a:lnTo>
                <a:lnTo>
                  <a:pt x="292" y="12532"/>
                </a:lnTo>
                <a:lnTo>
                  <a:pt x="414" y="12702"/>
                </a:lnTo>
                <a:lnTo>
                  <a:pt x="535" y="12848"/>
                </a:lnTo>
                <a:lnTo>
                  <a:pt x="681" y="12994"/>
                </a:lnTo>
                <a:lnTo>
                  <a:pt x="998" y="13286"/>
                </a:lnTo>
                <a:lnTo>
                  <a:pt x="1338" y="13554"/>
                </a:lnTo>
                <a:lnTo>
                  <a:pt x="1679" y="13797"/>
                </a:lnTo>
                <a:lnTo>
                  <a:pt x="1995" y="14040"/>
                </a:lnTo>
                <a:lnTo>
                  <a:pt x="2287" y="14259"/>
                </a:lnTo>
                <a:lnTo>
                  <a:pt x="2652" y="14576"/>
                </a:lnTo>
                <a:lnTo>
                  <a:pt x="2993" y="14916"/>
                </a:lnTo>
                <a:lnTo>
                  <a:pt x="3650" y="15598"/>
                </a:lnTo>
                <a:lnTo>
                  <a:pt x="3991" y="15987"/>
                </a:lnTo>
                <a:lnTo>
                  <a:pt x="4331" y="16376"/>
                </a:lnTo>
                <a:lnTo>
                  <a:pt x="4453" y="16547"/>
                </a:lnTo>
                <a:lnTo>
                  <a:pt x="4599" y="16693"/>
                </a:lnTo>
                <a:lnTo>
                  <a:pt x="4745" y="16814"/>
                </a:lnTo>
                <a:lnTo>
                  <a:pt x="4818" y="16863"/>
                </a:lnTo>
                <a:lnTo>
                  <a:pt x="4940" y="16887"/>
                </a:lnTo>
                <a:lnTo>
                  <a:pt x="5013" y="16887"/>
                </a:lnTo>
                <a:lnTo>
                  <a:pt x="5086" y="16863"/>
                </a:lnTo>
                <a:lnTo>
                  <a:pt x="5232" y="16912"/>
                </a:lnTo>
                <a:lnTo>
                  <a:pt x="5378" y="16960"/>
                </a:lnTo>
                <a:lnTo>
                  <a:pt x="5694" y="17009"/>
                </a:lnTo>
                <a:lnTo>
                  <a:pt x="6327" y="17058"/>
                </a:lnTo>
                <a:lnTo>
                  <a:pt x="7178" y="17106"/>
                </a:lnTo>
                <a:lnTo>
                  <a:pt x="8005" y="17106"/>
                </a:lnTo>
                <a:lnTo>
                  <a:pt x="8906" y="17131"/>
                </a:lnTo>
                <a:lnTo>
                  <a:pt x="9806" y="17106"/>
                </a:lnTo>
                <a:lnTo>
                  <a:pt x="10706" y="17033"/>
                </a:lnTo>
                <a:lnTo>
                  <a:pt x="11582" y="16936"/>
                </a:lnTo>
                <a:lnTo>
                  <a:pt x="11655" y="16912"/>
                </a:lnTo>
                <a:lnTo>
                  <a:pt x="11704" y="16887"/>
                </a:lnTo>
                <a:lnTo>
                  <a:pt x="11753" y="16839"/>
                </a:lnTo>
                <a:lnTo>
                  <a:pt x="11801" y="16790"/>
                </a:lnTo>
                <a:lnTo>
                  <a:pt x="11850" y="16741"/>
                </a:lnTo>
                <a:lnTo>
                  <a:pt x="14210" y="14454"/>
                </a:lnTo>
                <a:lnTo>
                  <a:pt x="14794" y="13919"/>
                </a:lnTo>
                <a:lnTo>
                  <a:pt x="15403" y="13383"/>
                </a:lnTo>
                <a:lnTo>
                  <a:pt x="15694" y="13091"/>
                </a:lnTo>
                <a:lnTo>
                  <a:pt x="15986" y="12799"/>
                </a:lnTo>
                <a:lnTo>
                  <a:pt x="16230" y="12507"/>
                </a:lnTo>
                <a:lnTo>
                  <a:pt x="16473" y="12191"/>
                </a:lnTo>
                <a:lnTo>
                  <a:pt x="16570" y="12191"/>
                </a:lnTo>
                <a:lnTo>
                  <a:pt x="16668" y="12142"/>
                </a:lnTo>
                <a:lnTo>
                  <a:pt x="16716" y="12069"/>
                </a:lnTo>
                <a:lnTo>
                  <a:pt x="16741" y="11948"/>
                </a:lnTo>
                <a:lnTo>
                  <a:pt x="16692" y="10244"/>
                </a:lnTo>
                <a:lnTo>
                  <a:pt x="16668" y="8541"/>
                </a:lnTo>
                <a:lnTo>
                  <a:pt x="16692" y="6838"/>
                </a:lnTo>
                <a:lnTo>
                  <a:pt x="16716" y="6084"/>
                </a:lnTo>
                <a:lnTo>
                  <a:pt x="16716" y="5694"/>
                </a:lnTo>
                <a:lnTo>
                  <a:pt x="16692" y="5500"/>
                </a:lnTo>
                <a:lnTo>
                  <a:pt x="16643" y="5329"/>
                </a:lnTo>
                <a:lnTo>
                  <a:pt x="16692" y="5232"/>
                </a:lnTo>
                <a:lnTo>
                  <a:pt x="16716" y="5159"/>
                </a:lnTo>
                <a:lnTo>
                  <a:pt x="16692" y="5062"/>
                </a:lnTo>
                <a:lnTo>
                  <a:pt x="16643" y="4989"/>
                </a:lnTo>
                <a:lnTo>
                  <a:pt x="16084" y="4332"/>
                </a:lnTo>
                <a:lnTo>
                  <a:pt x="15500" y="3675"/>
                </a:lnTo>
                <a:lnTo>
                  <a:pt x="14916" y="3042"/>
                </a:lnTo>
                <a:lnTo>
                  <a:pt x="14308" y="2434"/>
                </a:lnTo>
                <a:lnTo>
                  <a:pt x="13651" y="1801"/>
                </a:lnTo>
                <a:lnTo>
                  <a:pt x="12994" y="1169"/>
                </a:lnTo>
                <a:lnTo>
                  <a:pt x="12726" y="901"/>
                </a:lnTo>
                <a:lnTo>
                  <a:pt x="12434" y="633"/>
                </a:lnTo>
                <a:lnTo>
                  <a:pt x="12288" y="512"/>
                </a:lnTo>
                <a:lnTo>
                  <a:pt x="12142" y="390"/>
                </a:lnTo>
                <a:lnTo>
                  <a:pt x="11972" y="293"/>
                </a:lnTo>
                <a:lnTo>
                  <a:pt x="11801" y="244"/>
                </a:lnTo>
                <a:lnTo>
                  <a:pt x="11777" y="171"/>
                </a:lnTo>
                <a:lnTo>
                  <a:pt x="11728" y="98"/>
                </a:lnTo>
                <a:lnTo>
                  <a:pt x="11655" y="74"/>
                </a:lnTo>
                <a:lnTo>
                  <a:pt x="11582" y="49"/>
                </a:lnTo>
                <a:lnTo>
                  <a:pt x="11144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21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Преимущества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ru-RU" dirty="0" err="1" smtClean="0"/>
              <a:t>Таск</a:t>
            </a:r>
            <a:r>
              <a:rPr lang="ru-RU" dirty="0" smtClean="0"/>
              <a:t>-менеджер</a:t>
            </a:r>
            <a:endParaRPr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ru-RU" dirty="0" smtClean="0"/>
              <a:t>Аналитика всей истории использования</a:t>
            </a:r>
            <a:endParaRPr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ru-RU" dirty="0" smtClean="0"/>
              <a:t>Сохранение в офлайн материалов и тестов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ru-RU" dirty="0" smtClean="0"/>
              <a:t>Разнообразие образовательных услуг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ru-RU" dirty="0" smtClean="0"/>
              <a:t>Приватное использование </a:t>
            </a:r>
            <a:endParaRPr dirty="0" smtClean="0"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63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Как организован проект</a:t>
            </a:r>
            <a:endParaRPr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1160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b="1" dirty="0" smtClean="0"/>
              <a:t>Организация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Для проекта расписаны версии, график работы, задачи и </a:t>
            </a:r>
            <a:r>
              <a:rPr lang="ru-RU" dirty="0" err="1" smtClean="0"/>
              <a:t>дедлайны</a:t>
            </a:r>
            <a:r>
              <a:rPr lang="ru-RU" dirty="0" smtClean="0"/>
              <a:t>.</a:t>
            </a:r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136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b="1" dirty="0" smtClean="0"/>
              <a:t>Задачи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В команде – 5 человек.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Каждый знает свои задачи и срок их выполнения.</a:t>
            </a:r>
            <a:endParaRPr dirty="0"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1294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b="1" dirty="0" smtClean="0"/>
              <a:t>Планирование 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После рассмотрения концепции и идеи были созданы контент-план, бизнес-план и маркетинговый план.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Команда следует им.</a:t>
            </a:r>
            <a:endParaRPr dirty="0"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Как организован проект</a:t>
            </a:r>
            <a:endParaRPr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489775" y="2245549"/>
            <a:ext cx="1831500" cy="1160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b="1" dirty="0" smtClean="0"/>
              <a:t>Контроль версий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Для кода – </a:t>
            </a:r>
            <a:r>
              <a:rPr lang="en-US" dirty="0" smtClean="0"/>
              <a:t>3 </a:t>
            </a:r>
            <a:r>
              <a:rPr lang="ru-RU" dirty="0" smtClean="0"/>
              <a:t>приватных </a:t>
            </a:r>
            <a:r>
              <a:rPr lang="ru-RU" dirty="0" err="1" smtClean="0"/>
              <a:t>репозитория</a:t>
            </a:r>
            <a:r>
              <a:rPr lang="ru-RU" dirty="0" smtClean="0"/>
              <a:t> (</a:t>
            </a:r>
            <a:r>
              <a:rPr lang="en-US" dirty="0" smtClean="0"/>
              <a:t>android, </a:t>
            </a:r>
            <a:r>
              <a:rPr lang="en-US" dirty="0" err="1" smtClean="0"/>
              <a:t>ios</a:t>
            </a:r>
            <a:r>
              <a:rPr lang="en-US" dirty="0" smtClean="0"/>
              <a:t>, web).</a:t>
            </a:r>
            <a:endParaRPr lang="ru-RU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Под каждую задачу создаётся ветка. Также есть ветка для документации и материалов.</a:t>
            </a:r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3"/>
          </p:nvPr>
        </p:nvSpPr>
        <p:spPr>
          <a:xfrm>
            <a:off x="2515347" y="2245799"/>
            <a:ext cx="1831500" cy="1294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/>
              <a:t>Code review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Контроль осуществляется не только за кодом, но и за контентом.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 smtClean="0"/>
              <a:t>Весь материал просматривается и отправляется на доработки, если найдены ошибки.</a:t>
            </a:r>
            <a:endParaRPr dirty="0"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7" name="Google Shape;123;p21"/>
          <p:cNvSpPr txBox="1">
            <a:spLocks/>
          </p:cNvSpPr>
          <p:nvPr/>
        </p:nvSpPr>
        <p:spPr>
          <a:xfrm>
            <a:off x="4540919" y="2206375"/>
            <a:ext cx="1831500" cy="129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○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■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●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○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■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indent="0">
              <a:buFont typeface="Lato Light"/>
              <a:buNone/>
            </a:pPr>
            <a:r>
              <a:rPr lang="ru-RU" b="1" dirty="0" smtClean="0"/>
              <a:t>Задачи каждого члена команды </a:t>
            </a:r>
          </a:p>
          <a:p>
            <a:pPr marL="0" indent="0">
              <a:buFont typeface="Lato Light"/>
              <a:buNone/>
            </a:pPr>
            <a:r>
              <a:rPr lang="ru-RU" dirty="0" smtClean="0"/>
              <a:t>Для разработчиков – </a:t>
            </a:r>
            <a:r>
              <a:rPr lang="ru-RU" dirty="0" err="1" smtClean="0"/>
              <a:t>issues</a:t>
            </a:r>
            <a:r>
              <a:rPr lang="ru-RU" dirty="0" smtClean="0"/>
              <a:t> на </a:t>
            </a:r>
            <a:r>
              <a:rPr lang="ru-RU" dirty="0" err="1" smtClean="0"/>
              <a:t>bitbacket</a:t>
            </a:r>
            <a:r>
              <a:rPr lang="ru-RU" dirty="0" smtClean="0"/>
              <a:t>. Для тех, кто не умеет ими пользоваться - </a:t>
            </a:r>
            <a:r>
              <a:rPr lang="ru-RU" dirty="0" err="1" smtClean="0"/>
              <a:t>todo</a:t>
            </a:r>
            <a:r>
              <a:rPr lang="ru-RU" dirty="0" smtClean="0"/>
              <a:t>-лист и личные сообщения.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579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ctrTitle" idx="4294967295"/>
          </p:nvPr>
        </p:nvSpPr>
        <p:spPr>
          <a:xfrm>
            <a:off x="907524" y="1811950"/>
            <a:ext cx="7287699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dirty="0">
                <a:solidFill>
                  <a:srgbClr val="FFFFFF"/>
                </a:solidFill>
              </a:rPr>
              <a:t>2</a:t>
            </a:r>
            <a:r>
              <a:rPr lang="en" sz="7200" dirty="0" smtClean="0">
                <a:solidFill>
                  <a:srgbClr val="FFFFFF"/>
                </a:solidFill>
              </a:rPr>
              <a:t>,</a:t>
            </a:r>
            <a:r>
              <a:rPr lang="ru-RU" sz="7200" dirty="0" smtClean="0">
                <a:solidFill>
                  <a:srgbClr val="FFFFFF"/>
                </a:solidFill>
              </a:rPr>
              <a:t>510</a:t>
            </a:r>
            <a:r>
              <a:rPr lang="en" sz="7200" dirty="0" smtClean="0">
                <a:solidFill>
                  <a:srgbClr val="FFFFFF"/>
                </a:solidFill>
              </a:rPr>
              <a:t>,</a:t>
            </a:r>
            <a:r>
              <a:rPr lang="ru-RU" sz="7200" dirty="0" smtClean="0">
                <a:solidFill>
                  <a:srgbClr val="FFFFFF"/>
                </a:solidFill>
              </a:rPr>
              <a:t>000</a:t>
            </a:r>
            <a:r>
              <a:rPr lang="en" sz="7200" dirty="0" smtClean="0">
                <a:solidFill>
                  <a:srgbClr val="FFFFFF"/>
                </a:solidFill>
              </a:rPr>
              <a:t>,</a:t>
            </a:r>
            <a:r>
              <a:rPr lang="ru-RU" sz="7200" dirty="0" smtClean="0">
                <a:solidFill>
                  <a:srgbClr val="FFFFFF"/>
                </a:solidFill>
              </a:rPr>
              <a:t>000</a:t>
            </a:r>
            <a:endParaRPr sz="7200" dirty="0">
              <a:solidFill>
                <a:srgbClr val="FFFFFF"/>
              </a:solidFill>
            </a:endParaRPr>
          </a:p>
        </p:txBody>
      </p:sp>
      <p:sp>
        <p:nvSpPr>
          <p:cNvPr id="173" name="Google Shape;173;p27"/>
          <p:cNvSpPr txBox="1">
            <a:spLocks noGrp="1"/>
          </p:cNvSpPr>
          <p:nvPr>
            <p:ph type="subTitle" idx="4294967295"/>
          </p:nvPr>
        </p:nvSpPr>
        <p:spPr>
          <a:xfrm>
            <a:off x="1752975" y="2763854"/>
            <a:ext cx="5637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</a:rPr>
              <a:t>л</a:t>
            </a:r>
            <a:r>
              <a:rPr lang="ru-RU" dirty="0" smtClean="0">
                <a:solidFill>
                  <a:srgbClr val="FFFFFF"/>
                </a:solidFill>
              </a:rPr>
              <a:t>юдей когда-либо использовали услуги онлайн-образования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sldNum" idx="12"/>
          </p:nvPr>
        </p:nvSpPr>
        <p:spPr>
          <a:xfrm>
            <a:off x="4297650" y="444797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99999"/>
                </a:solidFill>
              </a:rPr>
              <a:t>11</a:t>
            </a:fld>
            <a:endParaRPr>
              <a:solidFill>
                <a:srgbClr val="999999"/>
              </a:solidFill>
            </a:endParaRPr>
          </a:p>
        </p:txBody>
      </p:sp>
      <p:sp>
        <p:nvSpPr>
          <p:cNvPr id="5" name="Google Shape;173;p27"/>
          <p:cNvSpPr txBox="1">
            <a:spLocks/>
          </p:cNvSpPr>
          <p:nvPr/>
        </p:nvSpPr>
        <p:spPr>
          <a:xfrm>
            <a:off x="1752975" y="771196"/>
            <a:ext cx="56379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indent="0" algn="ctr">
              <a:buFont typeface="Lato Light"/>
              <a:buNone/>
            </a:pPr>
            <a:r>
              <a:rPr lang="ru-RU" dirty="0">
                <a:solidFill>
                  <a:srgbClr val="FFFFFF"/>
                </a:solidFill>
              </a:rPr>
              <a:t>п</a:t>
            </a:r>
            <a:r>
              <a:rPr lang="ru-RU" dirty="0" smtClean="0">
                <a:solidFill>
                  <a:srgbClr val="FFFFFF"/>
                </a:solidFill>
              </a:rPr>
              <a:t>очему проект будет успешен</a:t>
            </a:r>
            <a:endParaRPr lang="ru-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9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ctrTitle" idx="4294967295"/>
          </p:nvPr>
        </p:nvSpPr>
        <p:spPr>
          <a:xfrm>
            <a:off x="685800" y="749600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FFFFFF"/>
                </a:solidFill>
              </a:rPr>
              <a:t>$</a:t>
            </a:r>
            <a:r>
              <a:rPr lang="en" dirty="0" smtClean="0">
                <a:solidFill>
                  <a:srgbClr val="FFFFFF"/>
                </a:solidFill>
              </a:rPr>
              <a:t>165 </a:t>
            </a:r>
            <a:r>
              <a:rPr lang="ru-RU" dirty="0" smtClean="0">
                <a:solidFill>
                  <a:srgbClr val="FFFFFF"/>
                </a:solidFill>
              </a:rPr>
              <a:t>млрд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0" name="Google Shape;180;p28"/>
          <p:cNvSpPr txBox="1">
            <a:spLocks noGrp="1"/>
          </p:cNvSpPr>
          <p:nvPr>
            <p:ph type="subTitle" idx="4294967295"/>
          </p:nvPr>
        </p:nvSpPr>
        <p:spPr>
          <a:xfrm>
            <a:off x="685800" y="1360509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</a:rPr>
              <a:t>д</a:t>
            </a:r>
            <a:r>
              <a:rPr lang="ru-RU" sz="1400" dirty="0" smtClean="0">
                <a:solidFill>
                  <a:srgbClr val="FFFFFF"/>
                </a:solidFill>
              </a:rPr>
              <a:t>оля мирового рынка онлайн-образования</a:t>
            </a:r>
            <a:endParaRPr sz="1400" dirty="0">
              <a:solidFill>
                <a:srgbClr val="FFFFFF"/>
              </a:solidFill>
            </a:endParaRPr>
          </a:p>
        </p:txBody>
      </p:sp>
      <p:sp>
        <p:nvSpPr>
          <p:cNvPr id="183" name="Google Shape;183;p28"/>
          <p:cNvSpPr txBox="1">
            <a:spLocks noGrp="1"/>
          </p:cNvSpPr>
          <p:nvPr>
            <p:ph type="ctrTitle" idx="4294967295"/>
          </p:nvPr>
        </p:nvSpPr>
        <p:spPr>
          <a:xfrm>
            <a:off x="685800" y="2064050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FFFFFF"/>
                </a:solidFill>
              </a:rPr>
              <a:t>~30% </a:t>
            </a:r>
            <a:r>
              <a:rPr lang="ru-RU" dirty="0" smtClean="0">
                <a:solidFill>
                  <a:srgbClr val="FFFFFF"/>
                </a:solidFill>
              </a:rPr>
              <a:t>людей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4" name="Google Shape;184;p28"/>
          <p:cNvSpPr txBox="1">
            <a:spLocks noGrp="1"/>
          </p:cNvSpPr>
          <p:nvPr>
            <p:ph type="subTitle" idx="4294967295"/>
          </p:nvPr>
        </p:nvSpPr>
        <p:spPr>
          <a:xfrm>
            <a:off x="685800" y="2674959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</a:rPr>
              <a:t>к</a:t>
            </a:r>
            <a:r>
              <a:rPr lang="ru-RU" sz="1400" dirty="0" smtClean="0">
                <a:solidFill>
                  <a:srgbClr val="FFFFFF"/>
                </a:solidFill>
              </a:rPr>
              <a:t>огда-либо использовали свои устройства 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</a:rPr>
              <a:t>д</a:t>
            </a:r>
            <a:r>
              <a:rPr lang="ru-RU" sz="1400" dirty="0" smtClean="0">
                <a:solidFill>
                  <a:srgbClr val="FFFFFF"/>
                </a:solidFill>
              </a:rPr>
              <a:t>ля получения онлайн-образования</a:t>
            </a:r>
            <a:endParaRPr lang="ru-RU" sz="1400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lang="ru-RU" sz="1400" dirty="0" smtClean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 smtClean="0">
                <a:solidFill>
                  <a:srgbClr val="FFFFFF"/>
                </a:solidFill>
              </a:rPr>
              <a:t>и это очень много</a:t>
            </a:r>
            <a:endParaRPr sz="1400" dirty="0">
              <a:solidFill>
                <a:srgbClr val="FFFFFF"/>
              </a:solidFill>
            </a:endParaRPr>
          </a:p>
        </p:txBody>
      </p:sp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9" name="Google Shape;113;p20"/>
          <p:cNvSpPr txBox="1">
            <a:spLocks/>
          </p:cNvSpPr>
          <p:nvPr/>
        </p:nvSpPr>
        <p:spPr>
          <a:xfrm>
            <a:off x="3149600" y="4045266"/>
            <a:ext cx="2844800" cy="55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pPr algn="ctr"/>
            <a:r>
              <a:rPr lang="en-US" sz="1400" dirty="0" smtClean="0">
                <a:solidFill>
                  <a:schemeClr val="bg1">
                    <a:lumMod val="85000"/>
                  </a:schemeClr>
                </a:solidFill>
              </a:rPr>
              <a:t>[</a:t>
            </a:r>
            <a:r>
              <a:rPr lang="en-US" sz="1400" dirty="0" err="1" smtClean="0">
                <a:solidFill>
                  <a:schemeClr val="bg1">
                    <a:lumMod val="85000"/>
                  </a:schemeClr>
                </a:solidFill>
              </a:rPr>
              <a:t>EdTechXGlobal</a:t>
            </a:r>
            <a:r>
              <a:rPr lang="en-US" sz="1400" dirty="0" smtClean="0">
                <a:solidFill>
                  <a:schemeClr val="bg1">
                    <a:lumMod val="85000"/>
                  </a:schemeClr>
                </a:solidFill>
              </a:rPr>
              <a:t>, IBIS Capital]</a:t>
            </a:r>
            <a:endParaRPr lang="ru-RU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45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ctrTitle"/>
          </p:nvPr>
        </p:nvSpPr>
        <p:spPr>
          <a:xfrm>
            <a:off x="2114550" y="1615100"/>
            <a:ext cx="3914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1155CC"/>
                </a:solidFill>
              </a:rPr>
              <a:t>2</a:t>
            </a:r>
            <a:r>
              <a:rPr lang="en" dirty="0" smtClean="0">
                <a:solidFill>
                  <a:srgbClr val="1155CC"/>
                </a:solidFill>
              </a:rPr>
              <a:t>.</a:t>
            </a:r>
            <a:endParaRPr dirty="0">
              <a:solidFill>
                <a:srgbClr val="1155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Внешний вид 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2114550" y="2871804"/>
            <a:ext cx="3914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Как выглядит приложение</a:t>
            </a:r>
            <a:endParaRPr dirty="0"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4294967295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412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Использование на устройствах</a:t>
            </a:r>
            <a:endParaRPr dirty="0"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9" name="Google Shape;218;p32"/>
          <p:cNvSpPr/>
          <p:nvPr/>
        </p:nvSpPr>
        <p:spPr>
          <a:xfrm>
            <a:off x="625610" y="2495550"/>
            <a:ext cx="942840" cy="1892300"/>
          </a:xfrm>
          <a:custGeom>
            <a:avLst/>
            <a:gdLst/>
            <a:ahLst/>
            <a:cxnLst/>
            <a:rect l="l" t="t" r="r" b="b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Android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Google Shape;226;p33"/>
          <p:cNvSpPr/>
          <p:nvPr/>
        </p:nvSpPr>
        <p:spPr>
          <a:xfrm>
            <a:off x="1861271" y="2495550"/>
            <a:ext cx="964479" cy="1892300"/>
          </a:xfrm>
          <a:custGeom>
            <a:avLst/>
            <a:gdLst/>
            <a:ahLst/>
            <a:cxnLst/>
            <a:rect l="l" t="t" r="r" b="b"/>
            <a:pathLst>
              <a:path w="25999" h="54713" extrusionOk="0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iPhone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Google Shape;242;p35"/>
          <p:cNvSpPr/>
          <p:nvPr/>
        </p:nvSpPr>
        <p:spPr>
          <a:xfrm>
            <a:off x="3062675" y="2495550"/>
            <a:ext cx="2658675" cy="1892300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Web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/>
          <p:nvPr/>
        </p:nvSpPr>
        <p:spPr>
          <a:xfrm>
            <a:off x="955815" y="266257"/>
            <a:ext cx="2075120" cy="4501586"/>
          </a:xfrm>
          <a:custGeom>
            <a:avLst/>
            <a:gdLst/>
            <a:ahLst/>
            <a:cxnLst/>
            <a:rect l="l" t="t" r="r" b="b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4294967295"/>
          </p:nvPr>
        </p:nvSpPr>
        <p:spPr>
          <a:xfrm>
            <a:off x="5889250" y="444300"/>
            <a:ext cx="27387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Android </a:t>
            </a:r>
            <a:r>
              <a:rPr lang="en" sz="4800" dirty="0" smtClean="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project</a:t>
            </a:r>
            <a:endParaRPr sz="4800" dirty="0">
              <a:solidFill>
                <a:srgbClr val="FFFFFF"/>
              </a:solidFill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104912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Place your screenshot here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1" name="Google Shape;221;p32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125" y="664399"/>
            <a:ext cx="1888500" cy="3705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/>
          <p:nvPr/>
        </p:nvSpPr>
        <p:spPr>
          <a:xfrm>
            <a:off x="955815" y="266257"/>
            <a:ext cx="2075120" cy="4501586"/>
          </a:xfrm>
          <a:custGeom>
            <a:avLst/>
            <a:gdLst/>
            <a:ahLst/>
            <a:cxnLst/>
            <a:rect l="l" t="t" r="r" b="b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4294967295"/>
          </p:nvPr>
        </p:nvSpPr>
        <p:spPr>
          <a:xfrm>
            <a:off x="5889250" y="444300"/>
            <a:ext cx="27387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Android </a:t>
            </a:r>
            <a:r>
              <a:rPr lang="en" sz="4800" dirty="0" smtClean="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project</a:t>
            </a:r>
            <a:endParaRPr sz="4800" dirty="0">
              <a:solidFill>
                <a:srgbClr val="FFFFFF"/>
              </a:solidFill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104912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Place your screenshot here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1" name="Google Shape;221;p32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25" y="654050"/>
            <a:ext cx="1888500" cy="367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70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/>
          <p:nvPr/>
        </p:nvSpPr>
        <p:spPr>
          <a:xfrm>
            <a:off x="947995" y="325926"/>
            <a:ext cx="1953334" cy="4347725"/>
          </a:xfrm>
          <a:custGeom>
            <a:avLst/>
            <a:gdLst/>
            <a:ahLst/>
            <a:cxnLst/>
            <a:rect l="l" t="t" r="r" b="b"/>
            <a:pathLst>
              <a:path w="25999" h="54713" extrusionOk="0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10849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Place your screenshot here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8" name="Google Shape;228;p33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4294967295"/>
          </p:nvPr>
        </p:nvSpPr>
        <p:spPr>
          <a:xfrm>
            <a:off x="5889250" y="444300"/>
            <a:ext cx="27387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 dirty="0" smtClean="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iOS project</a:t>
            </a:r>
            <a:endParaRPr sz="4800" dirty="0">
              <a:solidFill>
                <a:srgbClr val="FFFFFF"/>
              </a:solidFill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49" y="948811"/>
            <a:ext cx="1651375" cy="30519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/>
          <p:nvPr/>
        </p:nvSpPr>
        <p:spPr>
          <a:xfrm>
            <a:off x="905997" y="269860"/>
            <a:ext cx="1909506" cy="4277823"/>
          </a:xfrm>
          <a:custGeom>
            <a:avLst/>
            <a:gdLst/>
            <a:ahLst/>
            <a:cxnLst/>
            <a:rect l="l" t="t" r="r" b="b"/>
            <a:pathLst>
              <a:path w="25999" h="54713" extrusionOk="0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10849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Place your screenshot here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8" name="Google Shape;228;p33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4294967295"/>
          </p:nvPr>
        </p:nvSpPr>
        <p:spPr>
          <a:xfrm>
            <a:off x="5889250" y="444300"/>
            <a:ext cx="27387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 dirty="0" smtClean="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iOS project</a:t>
            </a:r>
            <a:endParaRPr sz="4800" dirty="0">
              <a:solidFill>
                <a:srgbClr val="FFFFFF"/>
              </a:solidFill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00" y="863600"/>
            <a:ext cx="1589700" cy="309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7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ctrTitle"/>
          </p:nvPr>
        </p:nvSpPr>
        <p:spPr>
          <a:xfrm>
            <a:off x="1835150" y="2046900"/>
            <a:ext cx="3914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1155CC"/>
                </a:solidFill>
              </a:rPr>
              <a:t>3</a:t>
            </a:r>
            <a:r>
              <a:rPr lang="en" dirty="0" smtClean="0">
                <a:solidFill>
                  <a:srgbClr val="1155CC"/>
                </a:solidFill>
              </a:rPr>
              <a:t>.</a:t>
            </a:r>
            <a:endParaRPr dirty="0">
              <a:solidFill>
                <a:srgbClr val="1155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Технические детали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1835150" y="3303604"/>
            <a:ext cx="3914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Как мы пишем и тестируем код</a:t>
            </a:r>
            <a:endParaRPr dirty="0"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4294967295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62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22824" y="324572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Методология</a:t>
            </a:r>
            <a:endParaRPr dirty="0"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" name="Google Shape;121;p21"/>
          <p:cNvSpPr txBox="1">
            <a:spLocks noGrp="1"/>
          </p:cNvSpPr>
          <p:nvPr>
            <p:ph type="body" idx="1"/>
          </p:nvPr>
        </p:nvSpPr>
        <p:spPr>
          <a:xfrm>
            <a:off x="527874" y="1371601"/>
            <a:ext cx="4628326" cy="1247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b="1" dirty="0" smtClean="0"/>
              <a:t>Итеративный подход (</a:t>
            </a:r>
            <a:r>
              <a:rPr lang="en-US" sz="1400" b="1" dirty="0" smtClean="0"/>
              <a:t>Agile</a:t>
            </a:r>
            <a:r>
              <a:rPr lang="ru-RU" sz="1400" b="1" dirty="0" smtClean="0"/>
              <a:t>)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 smtClean="0"/>
              <a:t>Мир онлайн образования очень быстро развивается. С появлением новых методик появляются и новые требования. Наша команда хочет создать максимально современный и качественный продукт, поэтому выбор пал на итеративную методологию. Он позволит действовать по модели: </a:t>
            </a:r>
            <a:r>
              <a:rPr lang="ru-RU" sz="1400" i="1" dirty="0" smtClean="0"/>
              <a:t>планирование-реализация-проверка-оценка</a:t>
            </a:r>
            <a:r>
              <a:rPr lang="ru-RU" sz="1400" dirty="0" smtClean="0"/>
              <a:t>. Из плюсов стоит отметить эффективное </a:t>
            </a:r>
            <a:r>
              <a:rPr lang="ru-RU" sz="1400" i="1" dirty="0" smtClean="0"/>
              <a:t>использование накопленного опыта</a:t>
            </a:r>
            <a:r>
              <a:rPr lang="ru-RU" sz="1400" dirty="0" smtClean="0"/>
              <a:t>, на ранних этапах разработки </a:t>
            </a:r>
            <a:r>
              <a:rPr lang="ru-RU" sz="1400" i="1" dirty="0" smtClean="0"/>
              <a:t>снижается риск критических ошибок</a:t>
            </a:r>
            <a:r>
              <a:rPr lang="ru-RU" sz="1400" dirty="0" smtClean="0"/>
              <a:t>, реальная </a:t>
            </a:r>
            <a:r>
              <a:rPr lang="ru-RU" sz="1400" i="1" dirty="0" smtClean="0"/>
              <a:t>оценка состояния проекта и динамическое формирование требований</a:t>
            </a:r>
            <a:r>
              <a:rPr lang="ru-RU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395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5" name="Google Shape;113;p20"/>
          <p:cNvSpPr txBox="1">
            <a:spLocks noGrp="1"/>
          </p:cNvSpPr>
          <p:nvPr>
            <p:ph type="title"/>
          </p:nvPr>
        </p:nvSpPr>
        <p:spPr>
          <a:xfrm>
            <a:off x="422824" y="324572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Архитектура</a:t>
            </a:r>
            <a:endParaRPr dirty="0"/>
          </a:p>
        </p:txBody>
      </p:sp>
      <p:sp>
        <p:nvSpPr>
          <p:cNvPr id="4" name="Google Shape;121;p21"/>
          <p:cNvSpPr txBox="1">
            <a:spLocks noGrp="1"/>
          </p:cNvSpPr>
          <p:nvPr>
            <p:ph type="body" idx="1"/>
          </p:nvPr>
        </p:nvSpPr>
        <p:spPr>
          <a:xfrm>
            <a:off x="527874" y="1371601"/>
            <a:ext cx="4628326" cy="1247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 err="1" smtClean="0"/>
              <a:t>RESTful</a:t>
            </a:r>
            <a:r>
              <a:rPr lang="en-US" sz="1400" b="1" dirty="0" smtClean="0"/>
              <a:t> API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 smtClean="0"/>
              <a:t>Предоставляет простую модель взаимодействия компонентов распределенной системы. Так как наша система основана преимущественно на данных, то </a:t>
            </a:r>
            <a:r>
              <a:rPr lang="en-US" sz="1400" dirty="0" smtClean="0"/>
              <a:t>REST </a:t>
            </a:r>
            <a:r>
              <a:rPr lang="ru-RU" sz="1400" dirty="0" smtClean="0"/>
              <a:t>позволит ускорит работу всего сервиса, а не только отдельных компонентов.</a:t>
            </a:r>
          </a:p>
        </p:txBody>
      </p:sp>
      <p:sp>
        <p:nvSpPr>
          <p:cNvPr id="6" name="Google Shape;121;p21"/>
          <p:cNvSpPr txBox="1">
            <a:spLocks noGrp="1"/>
          </p:cNvSpPr>
          <p:nvPr>
            <p:ph type="body" idx="1"/>
          </p:nvPr>
        </p:nvSpPr>
        <p:spPr>
          <a:xfrm>
            <a:off x="553274" y="2984501"/>
            <a:ext cx="4628326" cy="1247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 err="1" smtClean="0"/>
              <a:t>MongoDB</a:t>
            </a:r>
            <a:endParaRPr lang="en-US" sz="1400" b="1" dirty="0" smtClean="0"/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 smtClean="0"/>
              <a:t>На сервере будет работать </a:t>
            </a:r>
            <a:r>
              <a:rPr lang="en-US" sz="1400" dirty="0" err="1" smtClean="0"/>
              <a:t>noSQL</a:t>
            </a:r>
            <a:r>
              <a:rPr lang="en-US" sz="1400" dirty="0" smtClean="0"/>
              <a:t> </a:t>
            </a:r>
            <a:r>
              <a:rPr lang="ru-RU" sz="1400" dirty="0" smtClean="0"/>
              <a:t>система управления базами данных </a:t>
            </a:r>
            <a:r>
              <a:rPr lang="en-US" sz="1400" dirty="0" err="1" smtClean="0"/>
              <a:t>MongoDB</a:t>
            </a:r>
            <a:r>
              <a:rPr lang="en-US" sz="1400" dirty="0" smtClean="0"/>
              <a:t>. </a:t>
            </a:r>
            <a:r>
              <a:rPr lang="ru-RU" sz="1400" dirty="0" smtClean="0"/>
              <a:t>В нашем случае нет сильно связанных сущностей, но есть потребность в высокой масштабируемости БД и скорости операций с данными. </a:t>
            </a:r>
          </a:p>
        </p:txBody>
      </p:sp>
    </p:spTree>
    <p:extLst>
      <p:ext uri="{BB962C8B-B14F-4D97-AF65-F5344CB8AC3E}">
        <p14:creationId xmlns:p14="http://schemas.microsoft.com/office/powerpoint/2010/main" val="382018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457200" y="1355850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Стек технологий</a:t>
            </a:r>
            <a:br>
              <a:rPr lang="ru-RU" dirty="0" smtClean="0"/>
            </a:br>
            <a:r>
              <a:rPr lang="en-US" dirty="0" smtClean="0"/>
              <a:t>Android</a:t>
            </a:r>
            <a:endParaRPr dirty="0"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457200" y="2283256"/>
            <a:ext cx="18315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dirty="0" err="1" smtClean="0"/>
              <a:t>RxJava</a:t>
            </a:r>
            <a:r>
              <a:rPr lang="ru-RU" sz="1100" b="1" dirty="0" smtClean="0"/>
              <a:t> 2</a:t>
            </a:r>
            <a:endParaRPr lang="en-US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100" dirty="0" smtClean="0"/>
              <a:t>Так как в приложении будет большое количество данных, то их быстрая загрузка и своевременное обновление в приоритете. Реактивный подход позволит писать асинхронный код.</a:t>
            </a:r>
            <a:endParaRPr lang="en-US" sz="1100" dirty="0" smtClean="0"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2"/>
          </p:nvPr>
        </p:nvSpPr>
        <p:spPr>
          <a:xfrm>
            <a:off x="2382562" y="2283256"/>
            <a:ext cx="1831500" cy="815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dirty="0" smtClean="0"/>
              <a:t>Retrofit</a:t>
            </a:r>
            <a:endParaRPr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100" dirty="0" smtClean="0"/>
              <a:t>Для взаимодействия </a:t>
            </a:r>
            <a:r>
              <a:rPr lang="en-US" sz="1100" dirty="0" smtClean="0"/>
              <a:t>c REST API</a:t>
            </a:r>
            <a:r>
              <a:rPr lang="ru-RU" sz="1100" dirty="0" smtClean="0"/>
              <a:t>.</a:t>
            </a:r>
            <a:endParaRPr sz="1100" dirty="0"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3"/>
          </p:nvPr>
        </p:nvSpPr>
        <p:spPr>
          <a:xfrm>
            <a:off x="2441025" y="3108756"/>
            <a:ext cx="18315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dirty="0" smtClean="0"/>
              <a:t>Realm</a:t>
            </a:r>
            <a:endParaRPr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100" dirty="0" smtClean="0"/>
              <a:t>Мы выбрали </a:t>
            </a:r>
            <a:r>
              <a:rPr lang="en-US" sz="1100" dirty="0" err="1" smtClean="0"/>
              <a:t>noSQL</a:t>
            </a:r>
            <a:r>
              <a:rPr lang="en-US" sz="1100" dirty="0" smtClean="0"/>
              <a:t> </a:t>
            </a:r>
            <a:r>
              <a:rPr lang="ru-RU" sz="1100" dirty="0" smtClean="0"/>
              <a:t>базу данных для локальной работы на устройстве. Быстрое чтение и запись данных, шифрование, а также удобная интеграция с </a:t>
            </a:r>
            <a:r>
              <a:rPr lang="en-US" sz="1100" dirty="0" smtClean="0"/>
              <a:t>Java</a:t>
            </a:r>
            <a:r>
              <a:rPr lang="ru-RU" sz="1100" dirty="0" smtClean="0"/>
              <a:t> и </a:t>
            </a:r>
            <a:r>
              <a:rPr lang="en-US" sz="1100" dirty="0" err="1" smtClean="0"/>
              <a:t>Kotlin</a:t>
            </a:r>
            <a:endParaRPr sz="1100" dirty="0"/>
          </a:p>
        </p:txBody>
      </p:sp>
      <p:sp>
        <p:nvSpPr>
          <p:cNvPr id="203" name="Google Shape;203;p30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 dirty="0"/>
          </a:p>
        </p:txBody>
      </p:sp>
      <p:sp>
        <p:nvSpPr>
          <p:cNvPr id="7" name="Google Shape;202;p30"/>
          <p:cNvSpPr txBox="1">
            <a:spLocks/>
          </p:cNvSpPr>
          <p:nvPr/>
        </p:nvSpPr>
        <p:spPr>
          <a:xfrm>
            <a:off x="4336025" y="2219756"/>
            <a:ext cx="18315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×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○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■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●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○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Lato Light"/>
              <a:buChar char="■"/>
              <a:defRPr sz="1200" b="0" i="0" u="none" strike="noStrike" cap="non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indent="0">
              <a:buFont typeface="Lato Light"/>
              <a:buNone/>
            </a:pPr>
            <a:r>
              <a:rPr lang="en-US" sz="1100" b="1" dirty="0" err="1" smtClean="0"/>
              <a:t>Kotlin</a:t>
            </a:r>
            <a:endParaRPr lang="en-US" sz="1100" b="1" dirty="0" smtClean="0"/>
          </a:p>
          <a:p>
            <a:pPr marL="0" indent="0">
              <a:buFont typeface="Lato Light"/>
              <a:buNone/>
            </a:pPr>
            <a:r>
              <a:rPr lang="ru-RU" sz="1100" dirty="0" smtClean="0"/>
              <a:t>Не стоит забывать про тестирование. В нашем случае помощником будет именно этот язык.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74654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Стек технологий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iOS</a:t>
            </a:r>
            <a:endParaRPr dirty="0"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457200" y="2283256"/>
            <a:ext cx="18315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 smtClean="0"/>
              <a:t>RxSwift</a:t>
            </a:r>
            <a:endParaRPr sz="1100" b="1" dirty="0"/>
          </a:p>
          <a:p>
            <a:pPr marL="0" lvl="0" indent="0">
              <a:buNone/>
            </a:pPr>
            <a:r>
              <a:rPr lang="ru-RU" dirty="0"/>
              <a:t>библиотека для создания асинхронных и основанных на событии программ</a:t>
            </a:r>
            <a:endParaRPr sz="1100" dirty="0"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2"/>
          </p:nvPr>
        </p:nvSpPr>
        <p:spPr>
          <a:xfrm>
            <a:off x="2382562" y="2283256"/>
            <a:ext cx="18315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dirty="0" smtClean="0"/>
              <a:t>realm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100" dirty="0"/>
              <a:t>д</a:t>
            </a:r>
            <a:r>
              <a:rPr lang="ru-RU" sz="1100" dirty="0" smtClean="0"/>
              <a:t>ля локальной работы на устройстве</a:t>
            </a:r>
            <a:endParaRPr sz="1100" dirty="0"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3"/>
          </p:nvPr>
        </p:nvSpPr>
        <p:spPr>
          <a:xfrm>
            <a:off x="4307925" y="2283256"/>
            <a:ext cx="18315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dirty="0" smtClean="0"/>
              <a:t>Retrofit-Swift</a:t>
            </a:r>
            <a:endParaRPr sz="1100" b="1" dirty="0" smtClean="0"/>
          </a:p>
          <a:p>
            <a:pPr marL="0" lvl="0" indent="0">
              <a:buNone/>
            </a:pPr>
            <a:r>
              <a:rPr lang="ru-RU" sz="1100" dirty="0"/>
              <a:t>Для взаимодействия c REST API.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03" name="Google Shape;203;p30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380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>
            <a:spLocks noGrp="1"/>
          </p:cNvSpPr>
          <p:nvPr>
            <p:ph type="ctrTitle" idx="4294967295"/>
          </p:nvPr>
        </p:nvSpPr>
        <p:spPr>
          <a:xfrm>
            <a:off x="2140050" y="2412917"/>
            <a:ext cx="4863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 smtClean="0">
                <a:solidFill>
                  <a:srgbClr val="FFFFFF"/>
                </a:solidFill>
              </a:rPr>
              <a:t>Спасибо за внимание</a:t>
            </a:r>
            <a:r>
              <a:rPr lang="en" sz="6000" dirty="0" smtClean="0">
                <a:solidFill>
                  <a:srgbClr val="FFFFFF"/>
                </a:solidFill>
              </a:rPr>
              <a:t>!</a:t>
            </a:r>
            <a:endParaRPr sz="6000" dirty="0">
              <a:solidFill>
                <a:srgbClr val="FFFFFF"/>
              </a:solidFill>
            </a:endParaRPr>
          </a:p>
        </p:txBody>
      </p:sp>
      <p:sp>
        <p:nvSpPr>
          <p:cNvPr id="253" name="Google Shape;253;p36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631</Words>
  <Application>Microsoft Office PowerPoint</Application>
  <PresentationFormat>Экран (16:9)</PresentationFormat>
  <Paragraphs>134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Wingdings</vt:lpstr>
      <vt:lpstr>Lato Light</vt:lpstr>
      <vt:lpstr>Lato Hairline</vt:lpstr>
      <vt:lpstr>Arial</vt:lpstr>
      <vt:lpstr>Eglamour template</vt:lpstr>
      <vt:lpstr>Brain Design</vt:lpstr>
      <vt:lpstr>1. Идея</vt:lpstr>
      <vt:lpstr>Концепция</vt:lpstr>
      <vt:lpstr>Прецеденты пользователя «студент»</vt:lpstr>
      <vt:lpstr>Прецеденты пользователя «гость»</vt:lpstr>
      <vt:lpstr>Сравнение аналогов</vt:lpstr>
      <vt:lpstr>Сравнение аналогов</vt:lpstr>
      <vt:lpstr>Преимущества</vt:lpstr>
      <vt:lpstr>Как организован проект</vt:lpstr>
      <vt:lpstr>Как организован проект</vt:lpstr>
      <vt:lpstr>2,510,000,000</vt:lpstr>
      <vt:lpstr>$165 млрд</vt:lpstr>
      <vt:lpstr>2. Внешний вид </vt:lpstr>
      <vt:lpstr>Использование на устройствах</vt:lpstr>
      <vt:lpstr>Презентация PowerPoint</vt:lpstr>
      <vt:lpstr>Презентация PowerPoint</vt:lpstr>
      <vt:lpstr>Презентация PowerPoint</vt:lpstr>
      <vt:lpstr>Презентация PowerPoint</vt:lpstr>
      <vt:lpstr>3. Технические детали</vt:lpstr>
      <vt:lpstr>Методология</vt:lpstr>
      <vt:lpstr>Архитектура</vt:lpstr>
      <vt:lpstr>Стек технологий Android</vt:lpstr>
      <vt:lpstr>Стек технологий iOS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Design</dc:title>
  <cp:lastModifiedBy>Пользователь Windows</cp:lastModifiedBy>
  <cp:revision>34</cp:revision>
  <dcterms:modified xsi:type="dcterms:W3CDTF">2018-11-19T05:45:34Z</dcterms:modified>
</cp:coreProperties>
</file>